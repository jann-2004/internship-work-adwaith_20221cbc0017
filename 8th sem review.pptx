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70" r:id="rId5"/>
    <p:sldId id="262" r:id="rId6"/>
    <p:sldId id="263" r:id="rId7"/>
    <p:sldId id="271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ctr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14/01/2026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nn-2004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IN" dirty="0" err="1"/>
              <a:t>Shanmugarathinam</a:t>
            </a:r>
            <a:r>
              <a:rPr lang="en-IN" dirty="0"/>
              <a:t> 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Professor,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solidFill>
                  <a:srgbClr val="0070C0"/>
                </a:solidFill>
              </a:rPr>
              <a:t>Dr. </a:t>
            </a:r>
            <a:r>
              <a:rPr lang="en-IN" sz="2000" b="1" dirty="0" err="1">
                <a:solidFill>
                  <a:srgbClr val="0070C0"/>
                </a:solidFill>
              </a:rPr>
              <a:t>Pravinth</a:t>
            </a:r>
            <a:r>
              <a:rPr lang="en-IN" sz="2000" b="1" dirty="0">
                <a:solidFill>
                  <a:srgbClr val="0070C0"/>
                </a:solidFill>
              </a:rPr>
              <a:t> Raja</a:t>
            </a:r>
            <a:endParaRPr lang="en-US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Nisha Robin Rohit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CLIENT SUCCESS INTERN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1977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ADWAITH SAI KRISHNA PANDA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20221CBC0017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CBC-1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Talent Recruit is an advanced Recruitment and Onboarding platform designed to simplify, automate, and enhance the entire hiring lifecycle. It leverages cutting-edge technologies such as Machine Learning and Artificial Intelligence to help organizations attract, screen, evaluate, and hire the right talent efficiently and accurately.</a:t>
            </a:r>
          </a:p>
          <a:p>
            <a:r>
              <a:rPr lang="en-US" dirty="0"/>
              <a:t>One of its key highlights is </a:t>
            </a:r>
            <a:r>
              <a:rPr lang="en-US" b="1" dirty="0"/>
              <a:t>ERIKA – the 24×7 Robotic Recruiter</a:t>
            </a:r>
            <a:r>
              <a:rPr lang="en-US" dirty="0"/>
              <a:t>, which automates candidate engagement, interview scheduling, follow-ups, and communication, ensuring a seamless and responsive recruitment experience for both recruiters and candidates. ERIKA reduces manual effort, improves turnaround time, and enhances candidate satisfaction through continuous availability and intelligent interaction.</a:t>
            </a:r>
          </a:p>
          <a:p>
            <a:r>
              <a:rPr lang="en-US" dirty="0"/>
              <a:t>Talent Recruit enables recruiters to manage job postings, track applications, shortlist candidates, conduct assessments, schedule interviews, and complete onboarding processes within a single integrated platform. Its AI-driven analytics and smart recommendations help recruiters make data-driven hiring decisions, minimize bias, and improve overall hiring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6F16-9B02-D95E-4BBD-3B665E9C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Our Clients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50461-B418-1365-9763-60F3EE20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96359-975F-C84B-EFA2-C1CC2406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403C6B-8DE1-3CCA-D578-3BFCC32EC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025" y="1573698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2114C0D-E5DB-21A5-0FB4-50ABEA461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4162"/>
            <a:ext cx="860844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 for intelligent recruitment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(ML) for resume screening and candidate ranking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 for chatbot and candidate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 Tracking System (ATS)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(Software as a Service) cloud-based platform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 Systems for candidate and job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 for integration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Technology (ERIKA – Robotic Recruiter)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Recruitment Analytics and Reporting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C23148-55A8-9463-AB94-8ED139A9A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3385"/>
            <a:ext cx="951824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Structure, Project, Reporting &amp; Technology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team consists of 9 members, guided by our Reporting Manager,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Mr. Ashish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Meridatta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Currently, we are in the training phase on the company’s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(Applicant Tracking System) product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learning how each technology supports the recruitment process: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Understanding: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ML: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in resume screening and candidate ranking.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chatbot communication and candidate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Workflow: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track candidates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and manage candidate and job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&amp; Analytics: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recruitment performance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training helps us understand how technology solves real recruitment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training, we will be assigned to live projects for practical client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D1E6-575E-7307-BCB0-58492F21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Ongoing Project- Mother diary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A34BC-4343-5ADA-88D7-45CCF002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D74CF-9300-CBEA-06DE-1747CC0E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1026" name="Picture 2" descr="Mother Dairy India Ltd (Customer Care) Customer Care Number in Mumbai -  Helpline and Toll-Free Number- JustDial">
            <a:extLst>
              <a:ext uri="{FF2B5EF4-FFF2-40B4-BE49-F238E27FC236}">
                <a16:creationId xmlns:a16="http://schemas.microsoft.com/office/drawing/2014/main" id="{56679C2C-C0DF-3403-4A21-E1AD481968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552" y="1555037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81AEC9-5866-6A57-04C6-28E12405D53E}"/>
              </a:ext>
            </a:extLst>
          </p:cNvPr>
          <p:cNvSpPr txBox="1"/>
          <p:nvPr/>
        </p:nvSpPr>
        <p:spPr>
          <a:xfrm>
            <a:off x="549032" y="1773740"/>
            <a:ext cx="69233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Mother Dairy is a leading dairy and food products organization in India with large-scale recruitment requirements across multiple business units and is a 4-year-old client of Talent Recruit!</a:t>
            </a:r>
          </a:p>
          <a:p>
            <a:r>
              <a:rPr lang="en-US" dirty="0"/>
              <a:t>Currently working on:</a:t>
            </a:r>
          </a:p>
          <a:p>
            <a:r>
              <a:rPr lang="en-IN" dirty="0"/>
              <a:t>• Supporting ATS configuration for Mother Dairy in a cloud-based SaaS environment.</a:t>
            </a:r>
            <a:br>
              <a:rPr lang="en-IN" dirty="0"/>
            </a:br>
            <a:r>
              <a:rPr lang="en-IN" dirty="0"/>
              <a:t>• Assisting in candidate data onboarding and recruitment workflow mapping.</a:t>
            </a:r>
            <a:br>
              <a:rPr lang="en-IN" dirty="0"/>
            </a:br>
            <a:r>
              <a:rPr lang="en-IN" dirty="0"/>
              <a:t>• Learning recruitment data analysis for reporting, validation, and process optimization.</a:t>
            </a:r>
            <a:br>
              <a:rPr lang="en-IN" dirty="0"/>
            </a:br>
            <a:r>
              <a:rPr lang="en-IN" dirty="0"/>
              <a:t>• Gaining exposure to system testing, configuration verification, and platform usability evaluation.</a:t>
            </a:r>
          </a:p>
        </p:txBody>
      </p:sp>
    </p:spTree>
    <p:extLst>
      <p:ext uri="{BB962C8B-B14F-4D97-AF65-F5344CB8AC3E}">
        <p14:creationId xmlns:p14="http://schemas.microsoft.com/office/powerpoint/2010/main" val="4098262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75780F-BEF6-91FC-E465-2EE962D9A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5564" y="1699650"/>
            <a:ext cx="1043940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was selected through my college campus placement process. Clearing the interview with the company’s CCO was a major challenge, as it involved in-depth technical questions, role-based scenarios, and problem-solving assessments. This experience tested my analytical thinking, technical knowledge, and ability to perform under pressure, helping me gain confidence and clarity about industry expectations.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B647B8-9C90-DF8E-070B-AF40CCA91E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1938"/>
            <a:ext cx="88784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ATS system architecture and recruitment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AI-based resume parsing and candidate shortlisting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assist in database validation and candidate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accurate workflow automation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API-based integrations with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recruitment dashboards and system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in identifying and resolving basic system-level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overall system efficiency and data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760278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https://github.com/Jann-2004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7114</TotalTime>
  <Words>835</Words>
  <Application>Microsoft Office PowerPoint</Application>
  <PresentationFormat>Widescreen</PresentationFormat>
  <Paragraphs>99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Our Clients</vt:lpstr>
      <vt:lpstr>Working domain or the technology</vt:lpstr>
      <vt:lpstr>About your team and reporting Manager</vt:lpstr>
      <vt:lpstr>Ongoing Project- Mother diary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ADWAITH SAI KRISHNA PANDA</cp:lastModifiedBy>
  <cp:revision>718</cp:revision>
  <dcterms:created xsi:type="dcterms:W3CDTF">2022-10-14T07:18:17Z</dcterms:created>
  <dcterms:modified xsi:type="dcterms:W3CDTF">2026-01-14T06:02:37Z</dcterms:modified>
</cp:coreProperties>
</file>