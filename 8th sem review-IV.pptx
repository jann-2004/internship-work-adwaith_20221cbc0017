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9" r:id="rId2"/>
    <p:sldId id="260" r:id="rId3"/>
    <p:sldId id="261" r:id="rId4"/>
    <p:sldId id="270" r:id="rId5"/>
    <p:sldId id="262" r:id="rId6"/>
    <p:sldId id="263" r:id="rId7"/>
    <p:sldId id="264" r:id="rId8"/>
    <p:sldId id="265" r:id="rId9"/>
    <p:sldId id="271" r:id="rId10"/>
    <p:sldId id="272" r:id="rId11"/>
    <p:sldId id="273" r:id="rId12"/>
    <p:sldId id="274" r:id="rId13"/>
    <p:sldId id="275" r:id="rId14"/>
    <p:sldId id="276" r:id="rId15"/>
    <p:sldId id="278" r:id="rId16"/>
    <p:sldId id="279" r:id="rId17"/>
    <p:sldId id="280" r:id="rId18"/>
    <p:sldId id="288" r:id="rId19"/>
    <p:sldId id="289" r:id="rId20"/>
    <p:sldId id="290" r:id="rId21"/>
    <p:sldId id="281" r:id="rId22"/>
    <p:sldId id="282" r:id="rId23"/>
    <p:sldId id="283" r:id="rId24"/>
    <p:sldId id="284" r:id="rId25"/>
    <p:sldId id="277" r:id="rId26"/>
    <p:sldId id="285" r:id="rId27"/>
    <p:sldId id="286" r:id="rId28"/>
    <p:sldId id="287" r:id="rId29"/>
    <p:sldId id="266" r:id="rId30"/>
    <p:sldId id="267" r:id="rId31"/>
    <p:sldId id="268" r:id="rId32"/>
    <p:sldId id="269"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6EF2B3-9D77-99E2-0AA4-4A983912A27E}" v="163" dt="2026-02-27T15:24:42.83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574" autoAdjust="0"/>
    <p:restoredTop sz="94660"/>
  </p:normalViewPr>
  <p:slideViewPr>
    <p:cSldViewPr snapToGrid="0">
      <p:cViewPr varScale="1">
        <p:scale>
          <a:sx n="82" d="100"/>
          <a:sy n="82" d="100"/>
        </p:scale>
        <p:origin x="83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751524B-FB67-4894-A0C5-35151E149D68}" type="doc">
      <dgm:prSet loTypeId="urn:microsoft.com/office/officeart/2011/layout/InterconnectedBlockProcess" loCatId="process" qsTypeId="urn:microsoft.com/office/officeart/2005/8/quickstyle/simple1" qsCatId="simple" csTypeId="urn:microsoft.com/office/officeart/2005/8/colors/colorful1" csCatId="colorful" phldr="1"/>
      <dgm:spPr/>
      <dgm:t>
        <a:bodyPr/>
        <a:lstStyle/>
        <a:p>
          <a:endParaRPr lang="en-US"/>
        </a:p>
      </dgm:t>
    </dgm:pt>
    <dgm:pt modelId="{988D96B0-D16E-4763-B393-84178CF4FF50}">
      <dgm:prSet phldrT="[Text]"/>
      <dgm:spPr/>
      <dgm:t>
        <a:bodyPr/>
        <a:lstStyle/>
        <a:p>
          <a:r>
            <a:rPr lang="en-US" dirty="0">
              <a:latin typeface="Times New Roman" panose="02020603050405020304" pitchFamily="18" charset="0"/>
              <a:cs typeface="Times New Roman" panose="02020603050405020304" pitchFamily="18" charset="0"/>
            </a:rPr>
            <a:t>Review 1</a:t>
          </a:r>
        </a:p>
      </dgm:t>
    </dgm:pt>
    <dgm:pt modelId="{080A6B9D-C27D-4227-AC65-3C97878D78C4}" type="parTrans" cxnId="{8CB593F6-6C5D-4606-B959-3E27F9872EC1}">
      <dgm:prSet/>
      <dgm:spPr/>
      <dgm:t>
        <a:bodyPr/>
        <a:lstStyle/>
        <a:p>
          <a:endParaRPr lang="en-US"/>
        </a:p>
      </dgm:t>
    </dgm:pt>
    <dgm:pt modelId="{19B27CEC-4BAD-44A7-A9A7-B7A8B23ADCFD}" type="sibTrans" cxnId="{8CB593F6-6C5D-4606-B959-3E27F9872EC1}">
      <dgm:prSet/>
      <dgm:spPr/>
      <dgm:t>
        <a:bodyPr/>
        <a:lstStyle/>
        <a:p>
          <a:endParaRPr lang="en-US"/>
        </a:p>
      </dgm:t>
    </dgm:pt>
    <dgm:pt modelId="{D471E45F-B026-44AA-9616-57E786AE80AF}">
      <dgm:prSet phldrT="[Text]" phldr="0" custT="1"/>
      <dgm:spPr/>
      <dgm:t>
        <a:bodyPr/>
        <a:lstStyle/>
        <a:p>
          <a:pPr algn="ctr"/>
          <a:r>
            <a:rPr lang="en-US" sz="1800" b="1" dirty="0">
              <a:latin typeface="Times New Roman" panose="02020603050405020304" pitchFamily="18" charset="0"/>
              <a:cs typeface="Times New Roman" panose="02020603050405020304" pitchFamily="18" charset="0"/>
            </a:rPr>
            <a:t>Product training and understanding the mechanisms</a:t>
          </a:r>
        </a:p>
      </dgm:t>
    </dgm:pt>
    <dgm:pt modelId="{326A986D-69A4-4AC0-AD9B-462FFC9C3F18}" type="parTrans" cxnId="{AEE28BEF-3F73-41A5-9307-D42A450FCA17}">
      <dgm:prSet/>
      <dgm:spPr/>
      <dgm:t>
        <a:bodyPr/>
        <a:lstStyle/>
        <a:p>
          <a:endParaRPr lang="en-US"/>
        </a:p>
      </dgm:t>
    </dgm:pt>
    <dgm:pt modelId="{304E70AD-39C7-4C28-BF7B-6EE91BAE97B7}" type="sibTrans" cxnId="{AEE28BEF-3F73-41A5-9307-D42A450FCA17}">
      <dgm:prSet/>
      <dgm:spPr/>
      <dgm:t>
        <a:bodyPr/>
        <a:lstStyle/>
        <a:p>
          <a:endParaRPr lang="en-US"/>
        </a:p>
      </dgm:t>
    </dgm:pt>
    <dgm:pt modelId="{7B3055AA-BF7C-46D0-9A9E-60087B9F57B4}">
      <dgm:prSet phldrT="[Text]"/>
      <dgm:spPr/>
      <dgm:t>
        <a:bodyPr/>
        <a:lstStyle/>
        <a:p>
          <a:r>
            <a:rPr lang="en-US" dirty="0">
              <a:latin typeface="Times New Roman" panose="02020603050405020304" pitchFamily="18" charset="0"/>
              <a:cs typeface="Times New Roman" panose="02020603050405020304" pitchFamily="18" charset="0"/>
            </a:rPr>
            <a:t>Review 2</a:t>
          </a:r>
        </a:p>
      </dgm:t>
    </dgm:pt>
    <dgm:pt modelId="{F772EF41-D2BB-4368-8327-B4E332165F48}" type="parTrans" cxnId="{6C7D4BBB-EED6-4011-9FBC-87F683D5B245}">
      <dgm:prSet/>
      <dgm:spPr/>
      <dgm:t>
        <a:bodyPr/>
        <a:lstStyle/>
        <a:p>
          <a:endParaRPr lang="en-US"/>
        </a:p>
      </dgm:t>
    </dgm:pt>
    <dgm:pt modelId="{B81593E2-4CAC-4783-8D2D-E9DDD236A942}" type="sibTrans" cxnId="{6C7D4BBB-EED6-4011-9FBC-87F683D5B245}">
      <dgm:prSet/>
      <dgm:spPr/>
      <dgm:t>
        <a:bodyPr/>
        <a:lstStyle/>
        <a:p>
          <a:endParaRPr lang="en-US"/>
        </a:p>
      </dgm:t>
    </dgm:pt>
    <dgm:pt modelId="{9FED87C4-3F3B-4A18-9185-9F80CFEDEA2E}">
      <dgm:prSet phldrT="[Text]" phldr="0" custT="1"/>
      <dgm:spPr/>
      <dgm:t>
        <a:bodyPr/>
        <a:lstStyle/>
        <a:p>
          <a:r>
            <a:rPr lang="en-US" sz="1400" b="1" dirty="0">
              <a:latin typeface="Times New Roman"/>
              <a:cs typeface="Times New Roman"/>
            </a:rPr>
            <a:t>Integrating all Advanced Analytics tools to the environments.</a:t>
          </a:r>
        </a:p>
      </dgm:t>
    </dgm:pt>
    <dgm:pt modelId="{669F5586-1E47-4A85-AA72-0E435BABD665}" type="parTrans" cxnId="{27611794-B6EF-4593-A560-02BF7692DC5A}">
      <dgm:prSet/>
      <dgm:spPr/>
      <dgm:t>
        <a:bodyPr/>
        <a:lstStyle/>
        <a:p>
          <a:endParaRPr lang="en-US"/>
        </a:p>
      </dgm:t>
    </dgm:pt>
    <dgm:pt modelId="{AD0D1882-5210-4A49-9875-4AAC43595580}" type="sibTrans" cxnId="{27611794-B6EF-4593-A560-02BF7692DC5A}">
      <dgm:prSet/>
      <dgm:spPr/>
      <dgm:t>
        <a:bodyPr/>
        <a:lstStyle/>
        <a:p>
          <a:endParaRPr lang="en-US"/>
        </a:p>
      </dgm:t>
    </dgm:pt>
    <dgm:pt modelId="{A59EC69B-8F3F-425B-819F-E8C557946AEE}">
      <dgm:prSet phldrT="[Text]"/>
      <dgm:spPr/>
      <dgm:t>
        <a:bodyPr/>
        <a:lstStyle/>
        <a:p>
          <a:pPr rtl="0"/>
          <a:r>
            <a:rPr lang="en-US" dirty="0">
              <a:latin typeface="Times New Roman"/>
              <a:cs typeface="Times New Roman"/>
            </a:rPr>
            <a:t>Review </a:t>
          </a:r>
          <a:r>
            <a:rPr lang="en-US" sz="1800" dirty="0">
              <a:latin typeface="Times New Roman"/>
              <a:cs typeface="Times New Roman"/>
            </a:rPr>
            <a:t>3</a:t>
          </a:r>
        </a:p>
      </dgm:t>
    </dgm:pt>
    <dgm:pt modelId="{0095C3CB-916F-4060-A8DA-DD282FB51587}" type="parTrans" cxnId="{D1BA1DD0-A52A-47BF-962D-9810C87E1576}">
      <dgm:prSet/>
      <dgm:spPr/>
      <dgm:t>
        <a:bodyPr/>
        <a:lstStyle/>
        <a:p>
          <a:endParaRPr lang="en-US"/>
        </a:p>
      </dgm:t>
    </dgm:pt>
    <dgm:pt modelId="{2868AD8D-4E38-46CE-A972-709857BF40AC}" type="sibTrans" cxnId="{D1BA1DD0-A52A-47BF-962D-9810C87E1576}">
      <dgm:prSet/>
      <dgm:spPr/>
      <dgm:t>
        <a:bodyPr/>
        <a:lstStyle/>
        <a:p>
          <a:endParaRPr lang="en-US"/>
        </a:p>
      </dgm:t>
    </dgm:pt>
    <dgm:pt modelId="{5E92505A-51E0-4F78-B3C5-704ACF8710DE}">
      <dgm:prSet phldrT="[Text]"/>
      <dgm:spPr/>
      <dgm:t>
        <a:bodyPr/>
        <a:lstStyle/>
        <a:p>
          <a:r>
            <a:rPr lang="en-US" dirty="0">
              <a:latin typeface="Times New Roman" panose="02020603050405020304" pitchFamily="18" charset="0"/>
              <a:cs typeface="Times New Roman" panose="02020603050405020304" pitchFamily="18" charset="0"/>
            </a:rPr>
            <a:t>Review 4</a:t>
          </a:r>
        </a:p>
      </dgm:t>
    </dgm:pt>
    <dgm:pt modelId="{765B1266-7CE2-4F9C-AE38-D97DFBC1B151}" type="parTrans" cxnId="{DA8CD5E8-B2EE-41E4-8EC6-CFB41D688F68}">
      <dgm:prSet/>
      <dgm:spPr/>
      <dgm:t>
        <a:bodyPr/>
        <a:lstStyle/>
        <a:p>
          <a:endParaRPr lang="en-US"/>
        </a:p>
      </dgm:t>
    </dgm:pt>
    <dgm:pt modelId="{5E9E6A6F-635A-4791-A107-01E95B62EA08}" type="sibTrans" cxnId="{DA8CD5E8-B2EE-41E4-8EC6-CFB41D688F68}">
      <dgm:prSet/>
      <dgm:spPr/>
      <dgm:t>
        <a:bodyPr/>
        <a:lstStyle/>
        <a:p>
          <a:endParaRPr lang="en-US"/>
        </a:p>
      </dgm:t>
    </dgm:pt>
    <dgm:pt modelId="{65C051F6-A849-4495-A964-CD4C650B9C06}">
      <dgm:prSet phldrT="[Text]"/>
      <dgm:spPr/>
      <dgm:t>
        <a:bodyPr/>
        <a:lstStyle/>
        <a:p>
          <a:r>
            <a:rPr lang="en-US" dirty="0">
              <a:latin typeface="Times New Roman" panose="02020603050405020304" pitchFamily="18" charset="0"/>
              <a:cs typeface="Times New Roman" panose="02020603050405020304" pitchFamily="18" charset="0"/>
            </a:rPr>
            <a:t>Final Review</a:t>
          </a:r>
        </a:p>
      </dgm:t>
    </dgm:pt>
    <dgm:pt modelId="{C24738E5-1547-4D8D-A2CE-64D703ECDF78}" type="parTrans" cxnId="{521FD508-C5FD-4804-AFDC-D1FF9945B211}">
      <dgm:prSet/>
      <dgm:spPr/>
      <dgm:t>
        <a:bodyPr/>
        <a:lstStyle/>
        <a:p>
          <a:endParaRPr lang="en-US"/>
        </a:p>
      </dgm:t>
    </dgm:pt>
    <dgm:pt modelId="{196A2EB9-DD96-4630-B699-7AF000340374}" type="sibTrans" cxnId="{521FD508-C5FD-4804-AFDC-D1FF9945B211}">
      <dgm:prSet/>
      <dgm:spPr/>
      <dgm:t>
        <a:bodyPr/>
        <a:lstStyle/>
        <a:p>
          <a:endParaRPr lang="en-US"/>
        </a:p>
      </dgm:t>
    </dgm:pt>
    <dgm:pt modelId="{AF33305E-CF2F-48D1-AC83-691A1E2D27DD}">
      <dgm:prSet phldr="0"/>
      <dgm:spPr/>
      <dgm:t>
        <a:bodyPr/>
        <a:lstStyle/>
        <a:p>
          <a:r>
            <a:rPr lang="en-US" sz="1800" dirty="0">
              <a:latin typeface="Calibri Light" panose="020F0302020204030204"/>
            </a:rPr>
            <a:t>Involved</a:t>
          </a:r>
          <a:r>
            <a:rPr lang="en-US" sz="1800" dirty="0"/>
            <a:t> data modeling, DAX KPI creation, interactive dashboard development, slicers, drill-through analysis, and recruitment performance insights generation</a:t>
          </a:r>
          <a:endParaRPr lang="en-US" dirty="0"/>
        </a:p>
      </dgm:t>
    </dgm:pt>
    <dgm:pt modelId="{A3431957-0A27-4ECB-B821-5482F199B23D}" type="parTrans" cxnId="{7827E032-78FB-4F34-8635-FAC9BE0553D1}">
      <dgm:prSet/>
      <dgm:spPr/>
      <dgm:t>
        <a:bodyPr/>
        <a:lstStyle/>
        <a:p>
          <a:endParaRPr lang="en-IN"/>
        </a:p>
      </dgm:t>
    </dgm:pt>
    <dgm:pt modelId="{7A68C453-85B9-4EED-9C35-E3856B6F2993}" type="sibTrans" cxnId="{7827E032-78FB-4F34-8635-FAC9BE0553D1}">
      <dgm:prSet/>
      <dgm:spPr/>
      <dgm:t>
        <a:bodyPr/>
        <a:lstStyle/>
        <a:p>
          <a:endParaRPr lang="en-IN"/>
        </a:p>
      </dgm:t>
    </dgm:pt>
    <dgm:pt modelId="{3A01F059-B3E7-4412-9130-0D9881913944}">
      <dgm:prSet/>
      <dgm:spPr/>
      <dgm:t>
        <a:bodyPr/>
        <a:lstStyle/>
        <a:p>
          <a:r>
            <a:rPr lang="en-IN" dirty="0" err="1"/>
            <a:t>ffff</a:t>
          </a:r>
          <a:endParaRPr lang="en-IN" dirty="0"/>
        </a:p>
      </dgm:t>
    </dgm:pt>
    <dgm:pt modelId="{ED6F5067-7D43-4193-B255-903D078B8FD4}" type="parTrans" cxnId="{D495E29F-8F18-4799-BF3E-B7B8CE50B7E8}">
      <dgm:prSet/>
      <dgm:spPr/>
      <dgm:t>
        <a:bodyPr/>
        <a:lstStyle/>
        <a:p>
          <a:endParaRPr lang="en-IN"/>
        </a:p>
      </dgm:t>
    </dgm:pt>
    <dgm:pt modelId="{1DFE9396-0B1A-480B-AEAC-549C8803584A}" type="sibTrans" cxnId="{D495E29F-8F18-4799-BF3E-B7B8CE50B7E8}">
      <dgm:prSet/>
      <dgm:spPr/>
      <dgm:t>
        <a:bodyPr/>
        <a:lstStyle/>
        <a:p>
          <a:endParaRPr lang="en-IN"/>
        </a:p>
      </dgm:t>
    </dgm:pt>
    <dgm:pt modelId="{A6BCDA7B-D633-438F-B44D-CB4D60E5C492}" type="pres">
      <dgm:prSet presAssocID="{5751524B-FB67-4894-A0C5-35151E149D68}" presName="Name0" presStyleCnt="0">
        <dgm:presLayoutVars>
          <dgm:chMax val="7"/>
          <dgm:chPref val="5"/>
          <dgm:dir/>
          <dgm:animOne val="branch"/>
          <dgm:animLvl val="lvl"/>
        </dgm:presLayoutVars>
      </dgm:prSet>
      <dgm:spPr/>
    </dgm:pt>
    <dgm:pt modelId="{FEC761BF-F81A-4375-88E0-8425B8BCDF44}" type="pres">
      <dgm:prSet presAssocID="{65C051F6-A849-4495-A964-CD4C650B9C06}" presName="ChildAccent5" presStyleCnt="0"/>
      <dgm:spPr/>
    </dgm:pt>
    <dgm:pt modelId="{8CAE5A4D-0C7B-48A6-917B-0B8433D0574B}" type="pres">
      <dgm:prSet presAssocID="{65C051F6-A849-4495-A964-CD4C650B9C06}" presName="ChildAccent" presStyleLbl="alignImgPlace1" presStyleIdx="0" presStyleCnt="5"/>
      <dgm:spPr/>
    </dgm:pt>
    <dgm:pt modelId="{FF875D3E-0F12-4104-9A7C-CE04F98BA873}" type="pres">
      <dgm:prSet presAssocID="{65C051F6-A849-4495-A964-CD4C650B9C06}" presName="Child5" presStyleLbl="revTx" presStyleIdx="0" presStyleCnt="0">
        <dgm:presLayoutVars>
          <dgm:chMax val="0"/>
          <dgm:chPref val="0"/>
          <dgm:bulletEnabled val="1"/>
        </dgm:presLayoutVars>
      </dgm:prSet>
      <dgm:spPr/>
    </dgm:pt>
    <dgm:pt modelId="{EE120337-935D-42DE-A69F-C98BBEA52191}" type="pres">
      <dgm:prSet presAssocID="{65C051F6-A849-4495-A964-CD4C650B9C06}" presName="Parent5" presStyleLbl="node1" presStyleIdx="0" presStyleCnt="5">
        <dgm:presLayoutVars>
          <dgm:chMax val="2"/>
          <dgm:chPref val="1"/>
          <dgm:bulletEnabled val="1"/>
        </dgm:presLayoutVars>
      </dgm:prSet>
      <dgm:spPr/>
    </dgm:pt>
    <dgm:pt modelId="{54FF4E05-55EC-446D-9FA5-4657F2BA1AB8}" type="pres">
      <dgm:prSet presAssocID="{5E92505A-51E0-4F78-B3C5-704ACF8710DE}" presName="ChildAccent4" presStyleCnt="0"/>
      <dgm:spPr/>
    </dgm:pt>
    <dgm:pt modelId="{FC0F1314-3294-4A8C-8DCE-EB53E236164C}" type="pres">
      <dgm:prSet presAssocID="{5E92505A-51E0-4F78-B3C5-704ACF8710DE}" presName="ChildAccent" presStyleLbl="alignImgPlace1" presStyleIdx="1" presStyleCnt="5"/>
      <dgm:spPr/>
    </dgm:pt>
    <dgm:pt modelId="{B899A591-8D17-49B4-9C69-D2067C176EAC}" type="pres">
      <dgm:prSet presAssocID="{5E92505A-51E0-4F78-B3C5-704ACF8710DE}" presName="Child4" presStyleLbl="revTx" presStyleIdx="0" presStyleCnt="0">
        <dgm:presLayoutVars>
          <dgm:chMax val="0"/>
          <dgm:chPref val="0"/>
          <dgm:bulletEnabled val="1"/>
        </dgm:presLayoutVars>
      </dgm:prSet>
      <dgm:spPr/>
    </dgm:pt>
    <dgm:pt modelId="{367E37EA-830C-41AB-B940-0E4B11238E57}" type="pres">
      <dgm:prSet presAssocID="{5E92505A-51E0-4F78-B3C5-704ACF8710DE}" presName="Parent4" presStyleLbl="node1" presStyleIdx="1" presStyleCnt="5">
        <dgm:presLayoutVars>
          <dgm:chMax val="2"/>
          <dgm:chPref val="1"/>
          <dgm:bulletEnabled val="1"/>
        </dgm:presLayoutVars>
      </dgm:prSet>
      <dgm:spPr/>
    </dgm:pt>
    <dgm:pt modelId="{96AFCF47-32CA-4C44-9E3C-782007B7112E}" type="pres">
      <dgm:prSet presAssocID="{A59EC69B-8F3F-425B-819F-E8C557946AEE}" presName="ChildAccent3" presStyleCnt="0"/>
      <dgm:spPr/>
    </dgm:pt>
    <dgm:pt modelId="{2532504F-5FE1-4C97-B485-F05E8885EACC}" type="pres">
      <dgm:prSet presAssocID="{A59EC69B-8F3F-425B-819F-E8C557946AEE}" presName="ChildAccent" presStyleLbl="alignImgPlace1" presStyleIdx="2" presStyleCnt="5"/>
      <dgm:spPr/>
    </dgm:pt>
    <dgm:pt modelId="{0D08ED52-6744-4369-B780-916B09984775}" type="pres">
      <dgm:prSet presAssocID="{A59EC69B-8F3F-425B-819F-E8C557946AEE}" presName="Child3" presStyleLbl="revTx" presStyleIdx="0" presStyleCnt="0">
        <dgm:presLayoutVars>
          <dgm:chMax val="0"/>
          <dgm:chPref val="0"/>
          <dgm:bulletEnabled val="1"/>
        </dgm:presLayoutVars>
      </dgm:prSet>
      <dgm:spPr/>
    </dgm:pt>
    <dgm:pt modelId="{4C66D42D-7E6D-4563-AFDC-369C30B73F70}" type="pres">
      <dgm:prSet presAssocID="{A59EC69B-8F3F-425B-819F-E8C557946AEE}" presName="Parent3" presStyleLbl="node1" presStyleIdx="2" presStyleCnt="5">
        <dgm:presLayoutVars>
          <dgm:chMax val="2"/>
          <dgm:chPref val="1"/>
          <dgm:bulletEnabled val="1"/>
        </dgm:presLayoutVars>
      </dgm:prSet>
      <dgm:spPr/>
    </dgm:pt>
    <dgm:pt modelId="{C1269CE6-C767-48CC-AAFD-A238D1FFDABA}" type="pres">
      <dgm:prSet presAssocID="{7B3055AA-BF7C-46D0-9A9E-60087B9F57B4}" presName="ChildAccent2" presStyleCnt="0"/>
      <dgm:spPr/>
    </dgm:pt>
    <dgm:pt modelId="{06F8D57B-EDF4-4CF4-8700-DC2CA3E3028E}" type="pres">
      <dgm:prSet presAssocID="{7B3055AA-BF7C-46D0-9A9E-60087B9F57B4}" presName="ChildAccent" presStyleLbl="alignImgPlace1" presStyleIdx="3" presStyleCnt="5"/>
      <dgm:spPr/>
    </dgm:pt>
    <dgm:pt modelId="{6BCCFBA6-7A43-4631-AD7F-AFB10E1E6CD7}" type="pres">
      <dgm:prSet presAssocID="{7B3055AA-BF7C-46D0-9A9E-60087B9F57B4}" presName="Child2" presStyleLbl="revTx" presStyleIdx="0" presStyleCnt="0">
        <dgm:presLayoutVars>
          <dgm:chMax val="0"/>
          <dgm:chPref val="0"/>
          <dgm:bulletEnabled val="1"/>
        </dgm:presLayoutVars>
      </dgm:prSet>
      <dgm:spPr/>
    </dgm:pt>
    <dgm:pt modelId="{00BB3360-A9BB-4051-A4B1-1216F82F642C}" type="pres">
      <dgm:prSet presAssocID="{7B3055AA-BF7C-46D0-9A9E-60087B9F57B4}" presName="Parent2" presStyleLbl="node1" presStyleIdx="3" presStyleCnt="5">
        <dgm:presLayoutVars>
          <dgm:chMax val="2"/>
          <dgm:chPref val="1"/>
          <dgm:bulletEnabled val="1"/>
        </dgm:presLayoutVars>
      </dgm:prSet>
      <dgm:spPr/>
    </dgm:pt>
    <dgm:pt modelId="{7305DF14-0FF5-45E4-8B19-015814092DBD}" type="pres">
      <dgm:prSet presAssocID="{988D96B0-D16E-4763-B393-84178CF4FF50}" presName="ChildAccent1" presStyleCnt="0"/>
      <dgm:spPr/>
    </dgm:pt>
    <dgm:pt modelId="{A134CDD1-D85F-44EF-8BEE-9F99A855C1E6}" type="pres">
      <dgm:prSet presAssocID="{988D96B0-D16E-4763-B393-84178CF4FF50}" presName="ChildAccent" presStyleLbl="alignImgPlace1" presStyleIdx="4" presStyleCnt="5"/>
      <dgm:spPr/>
    </dgm:pt>
    <dgm:pt modelId="{1C91D7E3-8940-4A33-9182-677DD5415901}" type="pres">
      <dgm:prSet presAssocID="{988D96B0-D16E-4763-B393-84178CF4FF50}" presName="Child1" presStyleLbl="revTx" presStyleIdx="0" presStyleCnt="0">
        <dgm:presLayoutVars>
          <dgm:chMax val="0"/>
          <dgm:chPref val="0"/>
          <dgm:bulletEnabled val="1"/>
        </dgm:presLayoutVars>
      </dgm:prSet>
      <dgm:spPr/>
    </dgm:pt>
    <dgm:pt modelId="{65257024-FAC0-4522-B139-1CC85B547BE8}" type="pres">
      <dgm:prSet presAssocID="{988D96B0-D16E-4763-B393-84178CF4FF50}" presName="Parent1" presStyleLbl="node1" presStyleIdx="4" presStyleCnt="5">
        <dgm:presLayoutVars>
          <dgm:chMax val="2"/>
          <dgm:chPref val="1"/>
          <dgm:bulletEnabled val="1"/>
        </dgm:presLayoutVars>
      </dgm:prSet>
      <dgm:spPr/>
    </dgm:pt>
  </dgm:ptLst>
  <dgm:cxnLst>
    <dgm:cxn modelId="{E6B70501-CFCB-4D4A-94BE-F63036069196}" type="presOf" srcId="{5751524B-FB67-4894-A0C5-35151E149D68}" destId="{A6BCDA7B-D633-438F-B44D-CB4D60E5C492}" srcOrd="0" destOrd="0" presId="urn:microsoft.com/office/officeart/2011/layout/InterconnectedBlockProcess"/>
    <dgm:cxn modelId="{521FD508-C5FD-4804-AFDC-D1FF9945B211}" srcId="{5751524B-FB67-4894-A0C5-35151E149D68}" destId="{65C051F6-A849-4495-A964-CD4C650B9C06}" srcOrd="4" destOrd="0" parTransId="{C24738E5-1547-4D8D-A2CE-64D703ECDF78}" sibTransId="{196A2EB9-DD96-4630-B699-7AF000340374}"/>
    <dgm:cxn modelId="{AD4F6D0A-0EA7-4E73-B446-8E5EEA2F74D3}" type="presOf" srcId="{7B3055AA-BF7C-46D0-9A9E-60087B9F57B4}" destId="{00BB3360-A9BB-4051-A4B1-1216F82F642C}" srcOrd="0" destOrd="0" presId="urn:microsoft.com/office/officeart/2011/layout/InterconnectedBlockProcess"/>
    <dgm:cxn modelId="{91E40812-FF32-42E4-93E0-9CBB15A7AA9D}" type="presOf" srcId="{AF33305E-CF2F-48D1-AC83-691A1E2D27DD}" destId="{2532504F-5FE1-4C97-B485-F05E8885EACC}" srcOrd="1" destOrd="0" presId="urn:microsoft.com/office/officeart/2011/layout/InterconnectedBlockProcess"/>
    <dgm:cxn modelId="{8BD42123-7200-480C-91E7-4D2917D483AA}" type="presOf" srcId="{988D96B0-D16E-4763-B393-84178CF4FF50}" destId="{65257024-FAC0-4522-B139-1CC85B547BE8}" srcOrd="0" destOrd="0" presId="urn:microsoft.com/office/officeart/2011/layout/InterconnectedBlockProcess"/>
    <dgm:cxn modelId="{AB535926-F7C3-41CB-A740-C0DC79DC2F6D}" type="presOf" srcId="{5E92505A-51E0-4F78-B3C5-704ACF8710DE}" destId="{367E37EA-830C-41AB-B940-0E4B11238E57}" srcOrd="0" destOrd="0" presId="urn:microsoft.com/office/officeart/2011/layout/InterconnectedBlockProcess"/>
    <dgm:cxn modelId="{7827E032-78FB-4F34-8635-FAC9BE0553D1}" srcId="{A59EC69B-8F3F-425B-819F-E8C557946AEE}" destId="{AF33305E-CF2F-48D1-AC83-691A1E2D27DD}" srcOrd="0" destOrd="0" parTransId="{A3431957-0A27-4ECB-B821-5482F199B23D}" sibTransId="{7A68C453-85B9-4EED-9C35-E3856B6F2993}"/>
    <dgm:cxn modelId="{2175D34C-D078-47D1-B72E-19D3E5E59868}" type="presOf" srcId="{A59EC69B-8F3F-425B-819F-E8C557946AEE}" destId="{4C66D42D-7E6D-4563-AFDC-369C30B73F70}" srcOrd="0" destOrd="0" presId="urn:microsoft.com/office/officeart/2011/layout/InterconnectedBlockProcess"/>
    <dgm:cxn modelId="{37D4776E-EFD7-45D4-932E-D1EEC2F7FE5D}" type="presOf" srcId="{65C051F6-A849-4495-A964-CD4C650B9C06}" destId="{EE120337-935D-42DE-A69F-C98BBEA52191}" srcOrd="0" destOrd="0" presId="urn:microsoft.com/office/officeart/2011/layout/InterconnectedBlockProcess"/>
    <dgm:cxn modelId="{2430BA52-5E8C-447D-B6CA-26123E8DF88E}" type="presOf" srcId="{9FED87C4-3F3B-4A18-9185-9F80CFEDEA2E}" destId="{6BCCFBA6-7A43-4631-AD7F-AFB10E1E6CD7}" srcOrd="0" destOrd="0" presId="urn:microsoft.com/office/officeart/2011/layout/InterconnectedBlockProcess"/>
    <dgm:cxn modelId="{27611794-B6EF-4593-A560-02BF7692DC5A}" srcId="{7B3055AA-BF7C-46D0-9A9E-60087B9F57B4}" destId="{9FED87C4-3F3B-4A18-9185-9F80CFEDEA2E}" srcOrd="0" destOrd="0" parTransId="{669F5586-1E47-4A85-AA72-0E435BABD665}" sibTransId="{AD0D1882-5210-4A49-9875-4AAC43595580}"/>
    <dgm:cxn modelId="{E5A18796-8F02-450E-B3E0-F1060FA51939}" type="presOf" srcId="{9FED87C4-3F3B-4A18-9185-9F80CFEDEA2E}" destId="{06F8D57B-EDF4-4CF4-8700-DC2CA3E3028E}" srcOrd="1" destOrd="0" presId="urn:microsoft.com/office/officeart/2011/layout/InterconnectedBlockProcess"/>
    <dgm:cxn modelId="{04E37A9B-843A-4FA7-B6F3-6E960C54A6A7}" type="presOf" srcId="{3A01F059-B3E7-4412-9130-0D9881913944}" destId="{FC0F1314-3294-4A8C-8DCE-EB53E236164C}" srcOrd="0" destOrd="0" presId="urn:microsoft.com/office/officeart/2011/layout/InterconnectedBlockProcess"/>
    <dgm:cxn modelId="{E4D5219C-AC88-4745-B1BB-00DA12EB0947}" type="presOf" srcId="{3A01F059-B3E7-4412-9130-0D9881913944}" destId="{B899A591-8D17-49B4-9C69-D2067C176EAC}" srcOrd="1" destOrd="0" presId="urn:microsoft.com/office/officeart/2011/layout/InterconnectedBlockProcess"/>
    <dgm:cxn modelId="{D495E29F-8F18-4799-BF3E-B7B8CE50B7E8}" srcId="{5E92505A-51E0-4F78-B3C5-704ACF8710DE}" destId="{3A01F059-B3E7-4412-9130-0D9881913944}" srcOrd="0" destOrd="0" parTransId="{ED6F5067-7D43-4193-B255-903D078B8FD4}" sibTransId="{1DFE9396-0B1A-480B-AEAC-549C8803584A}"/>
    <dgm:cxn modelId="{BB1C25A8-E189-4A2F-856E-5DD40B6CB164}" type="presOf" srcId="{D471E45F-B026-44AA-9616-57E786AE80AF}" destId="{A134CDD1-D85F-44EF-8BEE-9F99A855C1E6}" srcOrd="1" destOrd="0" presId="urn:microsoft.com/office/officeart/2011/layout/InterconnectedBlockProcess"/>
    <dgm:cxn modelId="{077DF6AC-695D-4010-99DC-20BB2BB62130}" type="presOf" srcId="{D471E45F-B026-44AA-9616-57E786AE80AF}" destId="{1C91D7E3-8940-4A33-9182-677DD5415901}" srcOrd="0" destOrd="0" presId="urn:microsoft.com/office/officeart/2011/layout/InterconnectedBlockProcess"/>
    <dgm:cxn modelId="{6C7D4BBB-EED6-4011-9FBC-87F683D5B245}" srcId="{5751524B-FB67-4894-A0C5-35151E149D68}" destId="{7B3055AA-BF7C-46D0-9A9E-60087B9F57B4}" srcOrd="1" destOrd="0" parTransId="{F772EF41-D2BB-4368-8327-B4E332165F48}" sibTransId="{B81593E2-4CAC-4783-8D2D-E9DDD236A942}"/>
    <dgm:cxn modelId="{390959BE-AEC4-4531-9863-AF65C9746753}" type="presOf" srcId="{AF33305E-CF2F-48D1-AC83-691A1E2D27DD}" destId="{0D08ED52-6744-4369-B780-916B09984775}" srcOrd="0" destOrd="0" presId="urn:microsoft.com/office/officeart/2011/layout/InterconnectedBlockProcess"/>
    <dgm:cxn modelId="{D1BA1DD0-A52A-47BF-962D-9810C87E1576}" srcId="{5751524B-FB67-4894-A0C5-35151E149D68}" destId="{A59EC69B-8F3F-425B-819F-E8C557946AEE}" srcOrd="2" destOrd="0" parTransId="{0095C3CB-916F-4060-A8DA-DD282FB51587}" sibTransId="{2868AD8D-4E38-46CE-A972-709857BF40AC}"/>
    <dgm:cxn modelId="{DA8CD5E8-B2EE-41E4-8EC6-CFB41D688F68}" srcId="{5751524B-FB67-4894-A0C5-35151E149D68}" destId="{5E92505A-51E0-4F78-B3C5-704ACF8710DE}" srcOrd="3" destOrd="0" parTransId="{765B1266-7CE2-4F9C-AE38-D97DFBC1B151}" sibTransId="{5E9E6A6F-635A-4791-A107-01E95B62EA08}"/>
    <dgm:cxn modelId="{AEE28BEF-3F73-41A5-9307-D42A450FCA17}" srcId="{988D96B0-D16E-4763-B393-84178CF4FF50}" destId="{D471E45F-B026-44AA-9616-57E786AE80AF}" srcOrd="0" destOrd="0" parTransId="{326A986D-69A4-4AC0-AD9B-462FFC9C3F18}" sibTransId="{304E70AD-39C7-4C28-BF7B-6EE91BAE97B7}"/>
    <dgm:cxn modelId="{8CB593F6-6C5D-4606-B959-3E27F9872EC1}" srcId="{5751524B-FB67-4894-A0C5-35151E149D68}" destId="{988D96B0-D16E-4763-B393-84178CF4FF50}" srcOrd="0" destOrd="0" parTransId="{080A6B9D-C27D-4227-AC65-3C97878D78C4}" sibTransId="{19B27CEC-4BAD-44A7-A9A7-B7A8B23ADCFD}"/>
    <dgm:cxn modelId="{2CB240E2-6FAB-48FB-A88A-DF5200B0384D}" type="presParOf" srcId="{A6BCDA7B-D633-438F-B44D-CB4D60E5C492}" destId="{FEC761BF-F81A-4375-88E0-8425B8BCDF44}" srcOrd="0" destOrd="0" presId="urn:microsoft.com/office/officeart/2011/layout/InterconnectedBlockProcess"/>
    <dgm:cxn modelId="{57F98C8E-161B-48C4-8E96-2A99605F696D}" type="presParOf" srcId="{FEC761BF-F81A-4375-88E0-8425B8BCDF44}" destId="{8CAE5A4D-0C7B-48A6-917B-0B8433D0574B}" srcOrd="0" destOrd="0" presId="urn:microsoft.com/office/officeart/2011/layout/InterconnectedBlockProcess"/>
    <dgm:cxn modelId="{75962F11-844A-438D-A7A7-BC811B0D5B35}" type="presParOf" srcId="{A6BCDA7B-D633-438F-B44D-CB4D60E5C492}" destId="{FF875D3E-0F12-4104-9A7C-CE04F98BA873}" srcOrd="1" destOrd="0" presId="urn:microsoft.com/office/officeart/2011/layout/InterconnectedBlockProcess"/>
    <dgm:cxn modelId="{0A7E2F5D-1F33-44EB-81A2-54B190C0DE62}" type="presParOf" srcId="{A6BCDA7B-D633-438F-B44D-CB4D60E5C492}" destId="{EE120337-935D-42DE-A69F-C98BBEA52191}" srcOrd="2" destOrd="0" presId="urn:microsoft.com/office/officeart/2011/layout/InterconnectedBlockProcess"/>
    <dgm:cxn modelId="{785015AE-6D96-4CC6-BD0D-D0F61C80AF6F}" type="presParOf" srcId="{A6BCDA7B-D633-438F-B44D-CB4D60E5C492}" destId="{54FF4E05-55EC-446D-9FA5-4657F2BA1AB8}" srcOrd="3" destOrd="0" presId="urn:microsoft.com/office/officeart/2011/layout/InterconnectedBlockProcess"/>
    <dgm:cxn modelId="{F4EA2C1E-9A3D-44FB-8449-E40308C1609B}" type="presParOf" srcId="{54FF4E05-55EC-446D-9FA5-4657F2BA1AB8}" destId="{FC0F1314-3294-4A8C-8DCE-EB53E236164C}" srcOrd="0" destOrd="0" presId="urn:microsoft.com/office/officeart/2011/layout/InterconnectedBlockProcess"/>
    <dgm:cxn modelId="{BE7EA41E-5F93-4C5A-866F-7D5CDCAAB712}" type="presParOf" srcId="{A6BCDA7B-D633-438F-B44D-CB4D60E5C492}" destId="{B899A591-8D17-49B4-9C69-D2067C176EAC}" srcOrd="4" destOrd="0" presId="urn:microsoft.com/office/officeart/2011/layout/InterconnectedBlockProcess"/>
    <dgm:cxn modelId="{0ADC869A-6775-4FF2-B22A-18318EC637A2}" type="presParOf" srcId="{A6BCDA7B-D633-438F-B44D-CB4D60E5C492}" destId="{367E37EA-830C-41AB-B940-0E4B11238E57}" srcOrd="5" destOrd="0" presId="urn:microsoft.com/office/officeart/2011/layout/InterconnectedBlockProcess"/>
    <dgm:cxn modelId="{C7D70E0B-FD9A-4C53-9A22-A98EEECC6817}" type="presParOf" srcId="{A6BCDA7B-D633-438F-B44D-CB4D60E5C492}" destId="{96AFCF47-32CA-4C44-9E3C-782007B7112E}" srcOrd="6" destOrd="0" presId="urn:microsoft.com/office/officeart/2011/layout/InterconnectedBlockProcess"/>
    <dgm:cxn modelId="{7E413F87-EA72-41AB-ADBF-FF63A5F2454A}" type="presParOf" srcId="{96AFCF47-32CA-4C44-9E3C-782007B7112E}" destId="{2532504F-5FE1-4C97-B485-F05E8885EACC}" srcOrd="0" destOrd="0" presId="urn:microsoft.com/office/officeart/2011/layout/InterconnectedBlockProcess"/>
    <dgm:cxn modelId="{650C848C-5741-45BE-95C6-DFB500B3BD76}" type="presParOf" srcId="{A6BCDA7B-D633-438F-B44D-CB4D60E5C492}" destId="{0D08ED52-6744-4369-B780-916B09984775}" srcOrd="7" destOrd="0" presId="urn:microsoft.com/office/officeart/2011/layout/InterconnectedBlockProcess"/>
    <dgm:cxn modelId="{F4F05F11-DABD-4B26-BE2D-81B34F51039C}" type="presParOf" srcId="{A6BCDA7B-D633-438F-B44D-CB4D60E5C492}" destId="{4C66D42D-7E6D-4563-AFDC-369C30B73F70}" srcOrd="8" destOrd="0" presId="urn:microsoft.com/office/officeart/2011/layout/InterconnectedBlockProcess"/>
    <dgm:cxn modelId="{D39ED704-09A6-46EB-B853-1AE2879F0632}" type="presParOf" srcId="{A6BCDA7B-D633-438F-B44D-CB4D60E5C492}" destId="{C1269CE6-C767-48CC-AAFD-A238D1FFDABA}" srcOrd="9" destOrd="0" presId="urn:microsoft.com/office/officeart/2011/layout/InterconnectedBlockProcess"/>
    <dgm:cxn modelId="{3EEE6E43-BFE8-4360-BB2D-04F22637C218}" type="presParOf" srcId="{C1269CE6-C767-48CC-AAFD-A238D1FFDABA}" destId="{06F8D57B-EDF4-4CF4-8700-DC2CA3E3028E}" srcOrd="0" destOrd="0" presId="urn:microsoft.com/office/officeart/2011/layout/InterconnectedBlockProcess"/>
    <dgm:cxn modelId="{BFD9F312-28E4-4B8C-90C4-066C2BFA8E68}" type="presParOf" srcId="{A6BCDA7B-D633-438F-B44D-CB4D60E5C492}" destId="{6BCCFBA6-7A43-4631-AD7F-AFB10E1E6CD7}" srcOrd="10" destOrd="0" presId="urn:microsoft.com/office/officeart/2011/layout/InterconnectedBlockProcess"/>
    <dgm:cxn modelId="{713C8FC5-5A0E-44BD-8F46-6FEC2D87B14D}" type="presParOf" srcId="{A6BCDA7B-D633-438F-B44D-CB4D60E5C492}" destId="{00BB3360-A9BB-4051-A4B1-1216F82F642C}" srcOrd="11" destOrd="0" presId="urn:microsoft.com/office/officeart/2011/layout/InterconnectedBlockProcess"/>
    <dgm:cxn modelId="{C2D6DC04-AC19-458E-B56C-BF14068BC051}" type="presParOf" srcId="{A6BCDA7B-D633-438F-B44D-CB4D60E5C492}" destId="{7305DF14-0FF5-45E4-8B19-015814092DBD}" srcOrd="12" destOrd="0" presId="urn:microsoft.com/office/officeart/2011/layout/InterconnectedBlockProcess"/>
    <dgm:cxn modelId="{5080F000-955F-4DCF-9EA3-2F56BD01DF6C}" type="presParOf" srcId="{7305DF14-0FF5-45E4-8B19-015814092DBD}" destId="{A134CDD1-D85F-44EF-8BEE-9F99A855C1E6}" srcOrd="0" destOrd="0" presId="urn:microsoft.com/office/officeart/2011/layout/InterconnectedBlockProcess"/>
    <dgm:cxn modelId="{06FFF5D5-C167-4FF9-99FE-280C29A2C8EE}" type="presParOf" srcId="{A6BCDA7B-D633-438F-B44D-CB4D60E5C492}" destId="{1C91D7E3-8940-4A33-9182-677DD5415901}" srcOrd="13" destOrd="0" presId="urn:microsoft.com/office/officeart/2011/layout/InterconnectedBlockProcess"/>
    <dgm:cxn modelId="{E149F450-CA3A-421F-A195-AA89A54D8AE2}" type="presParOf" srcId="{A6BCDA7B-D633-438F-B44D-CB4D60E5C492}" destId="{65257024-FAC0-4522-B139-1CC85B547BE8}" srcOrd="14" destOrd="0" presId="urn:microsoft.com/office/officeart/2011/layout/InterconnectedBlock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AE5A4D-0C7B-48A6-917B-0B8433D0574B}">
      <dsp:nvSpPr>
        <dsp:cNvPr id="0" name=""/>
        <dsp:cNvSpPr/>
      </dsp:nvSpPr>
      <dsp:spPr>
        <a:xfrm>
          <a:off x="7173684" y="811638"/>
          <a:ext cx="1278320" cy="3246556"/>
        </a:xfrm>
        <a:prstGeom prst="wedgeRectCallout">
          <a:avLst>
            <a:gd name="adj1" fmla="val 0"/>
            <a:gd name="adj2" fmla="val 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E120337-935D-42DE-A69F-C98BBEA52191}">
      <dsp:nvSpPr>
        <dsp:cNvPr id="0" name=""/>
        <dsp:cNvSpPr/>
      </dsp:nvSpPr>
      <dsp:spPr>
        <a:xfrm>
          <a:off x="7173684" y="0"/>
          <a:ext cx="1278320" cy="811638"/>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Final Review</a:t>
          </a:r>
        </a:p>
      </dsp:txBody>
      <dsp:txXfrm>
        <a:off x="7173684" y="0"/>
        <a:ext cx="1278320" cy="811638"/>
      </dsp:txXfrm>
    </dsp:sp>
    <dsp:sp modelId="{FC0F1314-3294-4A8C-8DCE-EB53E236164C}">
      <dsp:nvSpPr>
        <dsp:cNvPr id="0" name=""/>
        <dsp:cNvSpPr/>
      </dsp:nvSpPr>
      <dsp:spPr>
        <a:xfrm>
          <a:off x="5898557" y="811638"/>
          <a:ext cx="1278320" cy="3043646"/>
        </a:xfrm>
        <a:prstGeom prst="wedgeRectCallout">
          <a:avLst>
            <a:gd name="adj1" fmla="val 62500"/>
            <a:gd name="adj2" fmla="val 20830"/>
          </a:avLst>
        </a:prstGeom>
        <a:solidFill>
          <a:schemeClr val="accent1">
            <a:tint val="50000"/>
            <a:hueOff val="-3179766"/>
            <a:satOff val="8519"/>
            <a:lumOff val="309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4450" tIns="44450" rIns="44450" bIns="44450" numCol="1" spcCol="1270" anchor="t" anchorCtr="0">
          <a:noAutofit/>
        </a:bodyPr>
        <a:lstStyle/>
        <a:p>
          <a:pPr marL="0" lvl="0" indent="0" algn="r" defTabSz="622300">
            <a:lnSpc>
              <a:spcPct val="90000"/>
            </a:lnSpc>
            <a:spcBef>
              <a:spcPct val="0"/>
            </a:spcBef>
            <a:spcAft>
              <a:spcPct val="35000"/>
            </a:spcAft>
            <a:buNone/>
          </a:pPr>
          <a:r>
            <a:rPr lang="en-IN" sz="1400" kern="1200" dirty="0" err="1"/>
            <a:t>ffff</a:t>
          </a:r>
          <a:endParaRPr lang="en-IN" sz="1400" kern="1200" dirty="0"/>
        </a:p>
      </dsp:txBody>
      <dsp:txXfrm>
        <a:off x="6060823" y="811638"/>
        <a:ext cx="1116055" cy="3043646"/>
      </dsp:txXfrm>
    </dsp:sp>
    <dsp:sp modelId="{367E37EA-830C-41AB-B940-0E4B11238E57}">
      <dsp:nvSpPr>
        <dsp:cNvPr id="0" name=""/>
        <dsp:cNvSpPr/>
      </dsp:nvSpPr>
      <dsp:spPr>
        <a:xfrm>
          <a:off x="5898557" y="101454"/>
          <a:ext cx="1278320" cy="710184"/>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Review 4</a:t>
          </a:r>
        </a:p>
      </dsp:txBody>
      <dsp:txXfrm>
        <a:off x="5898557" y="101454"/>
        <a:ext cx="1278320" cy="710184"/>
      </dsp:txXfrm>
    </dsp:sp>
    <dsp:sp modelId="{2532504F-5FE1-4C97-B485-F05E8885EACC}">
      <dsp:nvSpPr>
        <dsp:cNvPr id="0" name=""/>
        <dsp:cNvSpPr/>
      </dsp:nvSpPr>
      <dsp:spPr>
        <a:xfrm>
          <a:off x="4620236" y="811638"/>
          <a:ext cx="1278320" cy="2840736"/>
        </a:xfrm>
        <a:prstGeom prst="wedgeRectCallout">
          <a:avLst>
            <a:gd name="adj1" fmla="val 62500"/>
            <a:gd name="adj2" fmla="val 20830"/>
          </a:avLst>
        </a:prstGeom>
        <a:solidFill>
          <a:schemeClr val="accent1">
            <a:tint val="50000"/>
            <a:hueOff val="-6359532"/>
            <a:satOff val="17037"/>
            <a:lumOff val="618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4450" tIns="44450" rIns="44450" bIns="44450" numCol="1" spcCol="1270" anchor="t" anchorCtr="0">
          <a:noAutofit/>
        </a:bodyPr>
        <a:lstStyle/>
        <a:p>
          <a:pPr marL="0" lvl="0" indent="0" algn="r" defTabSz="622300">
            <a:lnSpc>
              <a:spcPct val="90000"/>
            </a:lnSpc>
            <a:spcBef>
              <a:spcPct val="0"/>
            </a:spcBef>
            <a:spcAft>
              <a:spcPct val="35000"/>
            </a:spcAft>
            <a:buNone/>
          </a:pPr>
          <a:r>
            <a:rPr lang="en-US" sz="1400" kern="1200" dirty="0">
              <a:latin typeface="Calibri Light" panose="020F0302020204030204"/>
            </a:rPr>
            <a:t>Involved</a:t>
          </a:r>
          <a:r>
            <a:rPr lang="en-US" sz="1400" kern="1200" dirty="0"/>
            <a:t> data modeling, DAX KPI creation, interactive dashboard development, slicers, drill-through analysis, and recruitment performance insights generation</a:t>
          </a:r>
        </a:p>
      </dsp:txBody>
      <dsp:txXfrm>
        <a:off x="4782502" y="811638"/>
        <a:ext cx="1116055" cy="2840736"/>
      </dsp:txXfrm>
    </dsp:sp>
    <dsp:sp modelId="{4C66D42D-7E6D-4563-AFDC-369C30B73F70}">
      <dsp:nvSpPr>
        <dsp:cNvPr id="0" name=""/>
        <dsp:cNvSpPr/>
      </dsp:nvSpPr>
      <dsp:spPr>
        <a:xfrm>
          <a:off x="4620236" y="206156"/>
          <a:ext cx="1278320" cy="608729"/>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rtl="0">
            <a:lnSpc>
              <a:spcPct val="90000"/>
            </a:lnSpc>
            <a:spcBef>
              <a:spcPct val="0"/>
            </a:spcBef>
            <a:spcAft>
              <a:spcPct val="35000"/>
            </a:spcAft>
            <a:buNone/>
          </a:pPr>
          <a:r>
            <a:rPr lang="en-US" sz="2000" kern="1200" dirty="0">
              <a:latin typeface="Times New Roman"/>
              <a:cs typeface="Times New Roman"/>
            </a:rPr>
            <a:t>Review 3</a:t>
          </a:r>
        </a:p>
      </dsp:txBody>
      <dsp:txXfrm>
        <a:off x="4620236" y="206156"/>
        <a:ext cx="1278320" cy="608729"/>
      </dsp:txXfrm>
    </dsp:sp>
    <dsp:sp modelId="{06F8D57B-EDF4-4CF4-8700-DC2CA3E3028E}">
      <dsp:nvSpPr>
        <dsp:cNvPr id="0" name=""/>
        <dsp:cNvSpPr/>
      </dsp:nvSpPr>
      <dsp:spPr>
        <a:xfrm>
          <a:off x="3341915" y="811638"/>
          <a:ext cx="1278320" cy="2637826"/>
        </a:xfrm>
        <a:prstGeom prst="wedgeRectCallout">
          <a:avLst>
            <a:gd name="adj1" fmla="val 62500"/>
            <a:gd name="adj2" fmla="val 20830"/>
          </a:avLst>
        </a:prstGeom>
        <a:solidFill>
          <a:schemeClr val="accent1">
            <a:tint val="50000"/>
            <a:hueOff val="-9539299"/>
            <a:satOff val="25556"/>
            <a:lumOff val="92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4450" tIns="44450" rIns="44450" bIns="44450" numCol="1" spcCol="1270" anchor="t" anchorCtr="0">
          <a:noAutofit/>
        </a:bodyPr>
        <a:lstStyle/>
        <a:p>
          <a:pPr marL="0" lvl="0" indent="0" algn="r" defTabSz="622300">
            <a:lnSpc>
              <a:spcPct val="90000"/>
            </a:lnSpc>
            <a:spcBef>
              <a:spcPct val="0"/>
            </a:spcBef>
            <a:spcAft>
              <a:spcPct val="35000"/>
            </a:spcAft>
            <a:buNone/>
          </a:pPr>
          <a:r>
            <a:rPr lang="en-US" sz="1400" b="1" kern="1200" dirty="0">
              <a:latin typeface="Times New Roman"/>
              <a:cs typeface="Times New Roman"/>
            </a:rPr>
            <a:t>Integrating all Advanced Analytics tools to the environments.</a:t>
          </a:r>
        </a:p>
      </dsp:txBody>
      <dsp:txXfrm>
        <a:off x="3504181" y="811638"/>
        <a:ext cx="1116055" cy="2637826"/>
      </dsp:txXfrm>
    </dsp:sp>
    <dsp:sp modelId="{00BB3360-A9BB-4051-A4B1-1216F82F642C}">
      <dsp:nvSpPr>
        <dsp:cNvPr id="0" name=""/>
        <dsp:cNvSpPr/>
      </dsp:nvSpPr>
      <dsp:spPr>
        <a:xfrm>
          <a:off x="3341915" y="304364"/>
          <a:ext cx="1278320" cy="50727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Review 2</a:t>
          </a:r>
        </a:p>
      </dsp:txBody>
      <dsp:txXfrm>
        <a:off x="3341915" y="304364"/>
        <a:ext cx="1278320" cy="507274"/>
      </dsp:txXfrm>
    </dsp:sp>
    <dsp:sp modelId="{A134CDD1-D85F-44EF-8BEE-9F99A855C1E6}">
      <dsp:nvSpPr>
        <dsp:cNvPr id="0" name=""/>
        <dsp:cNvSpPr/>
      </dsp:nvSpPr>
      <dsp:spPr>
        <a:xfrm>
          <a:off x="2063594" y="811638"/>
          <a:ext cx="1278320" cy="2434917"/>
        </a:xfrm>
        <a:prstGeom prst="wedgeRectCallout">
          <a:avLst>
            <a:gd name="adj1" fmla="val 62500"/>
            <a:gd name="adj2" fmla="val 20830"/>
          </a:avLst>
        </a:prstGeom>
        <a:solidFill>
          <a:schemeClr val="accent1">
            <a:tint val="50000"/>
            <a:hueOff val="-12719064"/>
            <a:satOff val="34075"/>
            <a:lumOff val="123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ctr" defTabSz="800100">
            <a:lnSpc>
              <a:spcPct val="90000"/>
            </a:lnSpc>
            <a:spcBef>
              <a:spcPct val="0"/>
            </a:spcBef>
            <a:spcAft>
              <a:spcPct val="35000"/>
            </a:spcAft>
            <a:buNone/>
          </a:pPr>
          <a:r>
            <a:rPr lang="en-US" sz="1800" b="1" kern="1200" dirty="0">
              <a:latin typeface="Times New Roman" panose="02020603050405020304" pitchFamily="18" charset="0"/>
              <a:cs typeface="Times New Roman" panose="02020603050405020304" pitchFamily="18" charset="0"/>
            </a:rPr>
            <a:t>Product training and understanding the mechanisms</a:t>
          </a:r>
        </a:p>
      </dsp:txBody>
      <dsp:txXfrm>
        <a:off x="2225860" y="811638"/>
        <a:ext cx="1116055" cy="2434917"/>
      </dsp:txXfrm>
    </dsp:sp>
    <dsp:sp modelId="{65257024-FAC0-4522-B139-1CC85B547BE8}">
      <dsp:nvSpPr>
        <dsp:cNvPr id="0" name=""/>
        <dsp:cNvSpPr/>
      </dsp:nvSpPr>
      <dsp:spPr>
        <a:xfrm>
          <a:off x="2063594" y="405819"/>
          <a:ext cx="1278320" cy="40581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Review 1</a:t>
          </a:r>
        </a:p>
      </dsp:txBody>
      <dsp:txXfrm>
        <a:off x="2063594" y="405819"/>
        <a:ext cx="1278320" cy="405819"/>
      </dsp:txXfrm>
    </dsp:sp>
  </dsp:spTree>
</dsp:drawing>
</file>

<file path=ppt/diagrams/layout1.xml><?xml version="1.0" encoding="utf-8"?>
<dgm:layoutDef xmlns:dgm="http://schemas.openxmlformats.org/drawingml/2006/diagram" xmlns:a="http://schemas.openxmlformats.org/drawingml/2006/main" uniqueId="urn:microsoft.com/office/officeart/2011/layout/InterconnectedBlockProcess">
  <dgm:title val="Interconnected Block Process"/>
  <dgm:desc val="Use to show sequential steps in a process. Works best with small amounts of Level 1 text and medium amounts of Level 2 text."/>
  <dgm:catLst>
    <dgm:cat type="process" pri="5500"/>
    <dgm:cat type="officeonline" pri="3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 modelId="70" srcId="0" destId="40" srcOrd="2" destOrd="0"/>
        <dgm:cxn modelId="42" srcId="40" destId="41" srcOrd="0" destOrd="0"/>
      </dgm:cxnLst>
      <dgm:bg/>
      <dgm:whole/>
    </dgm:dataModel>
  </dgm:clrData>
  <dgm:layoutNode name="Name0">
    <dgm:varLst>
      <dgm:chMax val="7"/>
      <dgm:chPref val="5"/>
      <dgm:dir/>
      <dgm:animOne val="branch"/>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127"/>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5"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Accent1" refType="w" fact="0"/>
              <dgm:constr type="t" for="ch" forName="ChildAccent1" refType="h" fact="0.1613"/>
              <dgm:constr type="w" for="ch" forName="ChildAccent1" refType="w" fact="0.5"/>
              <dgm:constr type="h" for="ch" forName="ChildAccent1" refType="h" fact="0.7742"/>
              <dgm:constr type="l" for="ch" forName="Child1" refType="w" fact="0.0635"/>
              <dgm:constr type="t" for="ch" forName="Child1" refType="h" fact="0.1613"/>
              <dgm:constr type="w" for="ch" forName="Child1" refType="w" fact="0.4365"/>
              <dgm:constr type="h" for="ch" forName="Child1" refType="h" fact="0.7742"/>
              <dgm:constr type="l" for="ch" forName="Parent1" refType="w" fact="0"/>
              <dgm:constr type="t" for="ch" forName="Parent1" refType="h" fact="0.0323"/>
              <dgm:constr type="w" for="ch" forName="Parent1" refType="w" fact="0.5"/>
              <dgm:constr type="h" for="ch" forName="Parent1" refType="h" fact="0.129"/>
              <dgm:constr type="l" for="ch" forName="ChildAccent2" refType="w" fact="0.5"/>
              <dgm:constr type="t" for="ch" forName="ChildAccent2" refType="h" fact="0.1613"/>
              <dgm:constr type="w" for="ch" forName="ChildAccent2" refType="w" fact="0.5"/>
              <dgm:constr type="h" for="ch" forName="ChildAccent2" refType="h" fact="0.8387"/>
              <dgm:constr type="l" for="ch" forName="Child2" refType="w" fact="0.5635"/>
              <dgm:constr type="t" for="ch" forName="Child2" refType="h" fact="0.1613"/>
              <dgm:constr type="w" for="ch" forName="Child2" refType="w" fact="0.4365"/>
              <dgm:constr type="h" for="ch" forName="Child2" refType="h" fact="0.8387"/>
              <dgm:constr type="l" for="ch" forName="Parent2" refType="w" fact="0.5"/>
              <dgm:constr type="t" for="ch" forName="Parent2" refType="h" fact="0"/>
              <dgm:constr type="w" for="ch" forName="Parent2" refType="w" fact="0.5"/>
              <dgm:constr type="h" for="ch" forName="Parent2" refType="h" fact="0.1613"/>
            </dgm:constrLst>
          </dgm:if>
          <dgm:if name="Name6"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Accent1" refType="w" fact="0"/>
              <dgm:constr type="t" for="ch" forName="ChildAccent1" refType="h" fact="0.1757"/>
              <dgm:constr type="w" for="ch" forName="ChildAccent1" refType="w" fact="0.3333"/>
              <dgm:constr type="h" for="ch" forName="ChildAccent1" refType="h" fact="0.7066"/>
              <dgm:constr type="l" for="ch" forName="Child1" refType="w" fact="0.0423"/>
              <dgm:constr type="t" for="ch" forName="Child1" refType="h" fact="0.1757"/>
              <dgm:constr type="w" for="ch" forName="Child1" refType="w" fact="0.291"/>
              <dgm:constr type="h" for="ch" forName="Child1" refType="h" fact="0.7066"/>
              <dgm:constr type="l" for="ch" forName="Parent1" refType="w" fact="0"/>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Child2" refType="w" fact="0.3756"/>
              <dgm:constr type="t" for="ch" forName="Child2" refType="h" fact="0.1757"/>
              <dgm:constr type="w" for="ch" forName="Child2" refType="w" fact="0.291"/>
              <dgm:constr type="h" for="ch" forName="Child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6667"/>
              <dgm:constr type="t" for="ch" forName="ChildAccent3" refType="h" fact="0.1757"/>
              <dgm:constr type="w" for="ch" forName="ChildAccent3" refType="w" fact="0.3333"/>
              <dgm:constr type="h" for="ch" forName="ChildAccent3" refType="h" fact="0.8243"/>
              <dgm:constr type="l" for="ch" forName="Child3" refType="w" fact="0.709"/>
              <dgm:constr type="t" for="ch" forName="Child3" refType="h" fact="0.1757"/>
              <dgm:constr type="w" for="ch" forName="Child3" refType="w" fact="0.291"/>
              <dgm:constr type="h" for="ch" forName="Child3" refType="h" fact="0.8243"/>
              <dgm:constr type="l" for="ch" forName="Parent3" refType="w" fact="0.6667"/>
              <dgm:constr type="t" for="ch" forName="Parent3" refType="h" fact="0"/>
              <dgm:constr type="w" for="ch" forName="Parent3" refType="w" fact="0.3333"/>
              <dgm:constr type="h" for="ch" forName="Parent3" refType="h" fact="0.176"/>
            </dgm:constrLst>
          </dgm:if>
          <dgm:if name="Name7"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Accent1" refType="w" fact="0"/>
              <dgm:constr type="t" for="ch" forName="ChildAccent1" refType="h" fact="0.1892"/>
              <dgm:constr type="w" for="ch" forName="ChildAccent1" refType="w" fact="0.25"/>
              <dgm:constr type="h" for="ch" forName="ChildAccent1" refType="h" fact="0.6486"/>
              <dgm:constr type="l" for="ch" forName="Child1" refType="w" fact="0.0317"/>
              <dgm:constr type="t" for="ch" forName="Child1" refType="h" fact="0.1892"/>
              <dgm:constr type="w" for="ch" forName="Child1" refType="w" fact="0.2183"/>
              <dgm:constr type="h" for="ch" forName="Child1" refType="h" fact="0.6486"/>
              <dgm:constr type="l" for="ch" forName="Parent1" refType="w" fact="0"/>
              <dgm:constr type="t" for="ch" forName="Parent1" refType="h" fact="0.0811"/>
              <dgm:constr type="w" for="ch" forName="Parent1" refType="w" fact="0.25"/>
              <dgm:constr type="h" for="ch" forName="Parent1" refType="h" fact="0.1081"/>
              <dgm:constr type="l" for="ch" forName="ChildAccent2" refType="w" fact="0.25"/>
              <dgm:constr type="t" for="ch" forName="ChildAccent2" refType="h" fact="0.1892"/>
              <dgm:constr type="w" for="ch" forName="ChildAccent2" refType="w" fact="0.25"/>
              <dgm:constr type="h" for="ch" forName="ChildAccent2" refType="h" fact="0.7027"/>
              <dgm:constr type="l" for="ch" forName="Child2" refType="w" fact="0.2817"/>
              <dgm:constr type="t" for="ch" forName="Child2" refType="h" fact="0.1892"/>
              <dgm:constr type="w" for="ch" forName="Child2" refType="w" fact="0.2183"/>
              <dgm:constr type="h" for="ch" forName="Child2" refType="h" fact="0.7027"/>
              <dgm:constr type="l" for="ch" forName="Parent2" refType="w" fact="0.25"/>
              <dgm:constr type="t" for="ch" forName="Parent2" refType="h" fact="0.0541"/>
              <dgm:constr type="w" for="ch" forName="Parent2" refType="w" fact="0.25"/>
              <dgm:constr type="h" for="ch" forName="Parent2" refType="h" fact="0.1351"/>
              <dgm:constr type="l" for="ch" forName="ChildAccent3" refType="w" fact="0.5"/>
              <dgm:constr type="t" for="ch" forName="ChildAccent3" refType="h" fact="0.1892"/>
              <dgm:constr type="w" for="ch" forName="ChildAccent3" refType="w" fact="0.25"/>
              <dgm:constr type="h" for="ch" forName="ChildAccent3" refType="h" fact="0.7568"/>
              <dgm:constr type="l" for="ch" forName="Child3" refType="w" fact="0.5317"/>
              <dgm:constr type="t" for="ch" forName="Child3" refType="h" fact="0.1892"/>
              <dgm:constr type="w" for="ch" forName="Child3" refType="w" fact="0.2183"/>
              <dgm:constr type="h" for="ch" forName="Child3" refType="h" fact="0.7568"/>
              <dgm:constr type="l" for="ch" forName="Parent3" refType="w" fact="0.5"/>
              <dgm:constr type="t" for="ch" forName="Parent3" refType="h" fact="0.0275"/>
              <dgm:constr type="w" for="ch" forName="Parent3" refType="w" fact="0.25"/>
              <dgm:constr type="h" for="ch" forName="Parent3" refType="h" fact="0.1622"/>
              <dgm:constr type="l" for="ch" forName="ChildAccent4" refType="w" fact="0.75"/>
              <dgm:constr type="t" for="ch" forName="ChildAccent4" refType="h" fact="0.1892"/>
              <dgm:constr type="w" for="ch" forName="ChildAccent4" refType="w" fact="0.25"/>
              <dgm:constr type="h" for="ch" forName="ChildAccent4" refType="h" fact="0.8108"/>
              <dgm:constr type="l" for="ch" forName="Child4" refType="w" fact="0.7817"/>
              <dgm:constr type="t" for="ch" forName="Child4" refType="h" fact="0.1892"/>
              <dgm:constr type="w" for="ch" forName="Child4" refType="w" fact="0.2183"/>
              <dgm:constr type="h" for="ch" forName="Child4" refType="h" fact="0.8108"/>
              <dgm:constr type="l" for="ch" forName="Parent4" refType="w" fact="0.75"/>
              <dgm:constr type="t" for="ch" forName="Parent4" refType="h" fact="0"/>
              <dgm:constr type="w" for="ch" forName="Parent4" refType="w" fact="0.25"/>
              <dgm:constr type="h" for="ch" forName="Parent4" refType="h" fact="0.1892"/>
            </dgm:constrLst>
          </dgm:if>
          <dgm:if name="Name8"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Accent1" refType="w" fact="0"/>
              <dgm:constr type="t" for="ch" forName="ChildAccent1" refType="h" fact="0.2"/>
              <dgm:constr type="w" for="ch" forName="ChildAccent1" refType="w" fact="0.2001"/>
              <dgm:constr type="h" for="ch" forName="ChildAccent1" refType="h" fact="0.6"/>
              <dgm:constr type="l" for="ch" forName="Child1" refType="w" fact="0.0254"/>
              <dgm:constr type="t" for="ch" forName="Child1" refType="h" fact="0.2"/>
              <dgm:constr type="w" for="ch" forName="Child1" refType="w" fact="0.1747"/>
              <dgm:constr type="h" for="ch" forName="Child1" refType="h" fact="0.6"/>
              <dgm:constr type="l" for="ch" forName="Parent1" refType="w" fact="0"/>
              <dgm:constr type="t" for="ch" forName="Parent1" refType="h" fact="0.1"/>
              <dgm:constr type="w" for="ch" forName="Parent1" refType="w" fact="0.2001"/>
              <dgm:constr type="h" for="ch" forName="Parent1" refType="h" fact="0.1"/>
              <dgm:constr type="l" for="ch" forName="ChildAccent2" refType="w" fact="0.2001"/>
              <dgm:constr type="t" for="ch" forName="ChildAccent2" refType="h" fact="0.2"/>
              <dgm:constr type="w" for="ch" forName="ChildAccent2" refType="w" fact="0.2001"/>
              <dgm:constr type="h" for="ch" forName="ChildAccent2" refType="h" fact="0.65"/>
              <dgm:constr type="l" for="ch" forName="Child2" refType="w" fact="0.2255"/>
              <dgm:constr type="t" for="ch" forName="Child2" refType="h" fact="0.2"/>
              <dgm:constr type="w" for="ch" forName="Child2" refType="w" fact="0.1747"/>
              <dgm:constr type="h" for="ch" forName="Child2" refType="h" fact="0.65"/>
              <dgm:constr type="l" for="ch" forName="Parent2" refType="w" fact="0.2001"/>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Child3" refType="w" fact="0.4256"/>
              <dgm:constr type="t" for="ch" forName="Child3" refType="h" fact="0.2"/>
              <dgm:constr type="w" for="ch" forName="Child3" refType="w" fact="0.1747"/>
              <dgm:constr type="h" for="ch" forName="Child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6003"/>
              <dgm:constr type="t" for="ch" forName="ChildAccent4" refType="h" fact="0.2"/>
              <dgm:constr type="w" for="ch" forName="ChildAccent4" refType="w" fact="0.2001"/>
              <dgm:constr type="h" for="ch" forName="ChildAccent4" refType="h" fact="0.75"/>
              <dgm:constr type="l" for="ch" forName="Child4" refType="w" fact="0.6257"/>
              <dgm:constr type="t" for="ch" forName="Child4" refType="h" fact="0.2"/>
              <dgm:constr type="w" for="ch" forName="Child4" refType="w" fact="0.1747"/>
              <dgm:constr type="h" for="ch" forName="Child4" refType="h" fact="0.75"/>
              <dgm:constr type="l" for="ch" forName="Parent4" refType="w" fact="0.6003"/>
              <dgm:constr type="t" for="ch" forName="Parent4" refType="h" fact="0.025"/>
              <dgm:constr type="w" for="ch" forName="Parent4" refType="w" fact="0.2001"/>
              <dgm:constr type="h" for="ch" forName="Parent4" refType="h" fact="0.175"/>
              <dgm:constr type="l" for="ch" forName="ChildAccent5" refType="w" fact="0.7999"/>
              <dgm:constr type="t" for="ch" forName="ChildAccent5" refType="h" fact="0.2"/>
              <dgm:constr type="w" for="ch" forName="ChildAccent5" refType="w" fact="0.2001"/>
              <dgm:constr type="h" for="ch" forName="ChildAccent5" refType="h" fact="0.8"/>
              <dgm:constr type="l" for="ch" forName="Child5" refType="w" fact="0.8253"/>
              <dgm:constr type="t" for="ch" forName="Child5" refType="h" fact="0.2"/>
              <dgm:constr type="w" for="ch" forName="Child5" refType="w" fact="0.1747"/>
              <dgm:constr type="h" for="ch" forName="Child5" refType="h" fact="0.8"/>
              <dgm:constr type="l" for="ch" forName="Parent5" refType="w" fact="0.7999"/>
              <dgm:constr type="t" for="ch" forName="Parent5" refType="h" fact="0"/>
              <dgm:constr type="w" for="ch" forName="Parent5" refType="w" fact="0.2001"/>
              <dgm:constr type="h" for="ch" forName="Parent5" refType="h" fact="0.2"/>
            </dgm:constrLst>
          </dgm:if>
          <dgm:if name="Name9"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Accent1" refType="w" fact="0"/>
              <dgm:constr type="t" for="ch" forName="ChildAccent1" refType="h" fact="0.2087"/>
              <dgm:constr type="w" for="ch" forName="ChildAccent1" refType="w" fact="0.167"/>
              <dgm:constr type="h" for="ch" forName="ChildAccent1" refType="h" fact="0.5586"/>
              <dgm:constr type="l" for="ch" forName="Child1" refType="w" fact="0.0212"/>
              <dgm:constr type="t" for="ch" forName="Child1" refType="h" fact="0.2087"/>
              <dgm:constr type="w" for="ch" forName="Child1" refType="w" fact="0.1458"/>
              <dgm:constr type="h" for="ch" forName="Child1" refType="h" fact="0.5586"/>
              <dgm:constr type="l" for="ch" forName="Parent1" refType="w" fact="0"/>
              <dgm:constr type="t" for="ch" forName="Parent1" refType="h" fact="0.1156"/>
              <dgm:constr type="w" for="ch" forName="Parent1" refType="w" fact="0.167"/>
              <dgm:constr type="h" for="ch" forName="Parent1" refType="h" fact="0.0931"/>
              <dgm:constr type="l" for="ch" forName="ChildAccent2" refType="w" fact="0.167"/>
              <dgm:constr type="t" for="ch" forName="ChildAccent2" refType="h" fact="0.2087"/>
              <dgm:constr type="w" for="ch" forName="ChildAccent2" refType="w" fact="0.167"/>
              <dgm:constr type="h" for="ch" forName="ChildAccent2" refType="h" fact="0.6051"/>
              <dgm:constr type="l" for="ch" forName="Child2" refType="w" fact="0.1888"/>
              <dgm:constr type="t" for="ch" forName="Child2" refType="h" fact="0.2087"/>
              <dgm:constr type="w" for="ch" forName="Child2" refType="w" fact="0.1458"/>
              <dgm:constr type="h" for="ch" forName="Child2" refType="h" fact="0.6051"/>
              <dgm:constr type="l" for="ch" forName="Parent2" refType="w" fact="0.167"/>
              <dgm:constr type="t" for="ch" forName="Parent2" refType="h" fact="0.0923"/>
              <dgm:constr type="w" for="ch" forName="Parent2" refType="w" fact="0.167"/>
              <dgm:constr type="h" for="ch" forName="Parent2" refType="h" fact="0.1164"/>
              <dgm:constr type="l" for="ch" forName="ChildAccent3" refType="w" fact="0.3339"/>
              <dgm:constr type="t" for="ch" forName="ChildAccent3" refType="h" fact="0.2087"/>
              <dgm:constr type="w" for="ch" forName="ChildAccent3" refType="w" fact="0.167"/>
              <dgm:constr type="h" for="ch" forName="ChildAccent3" refType="h" fact="0.6517"/>
              <dgm:constr type="l" for="ch" forName="Child3" refType="w" fact="0.3551"/>
              <dgm:constr type="t" for="ch" forName="Child3" refType="h" fact="0.2087"/>
              <dgm:constr type="w" for="ch" forName="Child3" refType="w" fact="0.1458"/>
              <dgm:constr type="h" for="ch" forName="Child3" refType="h" fact="0.6517"/>
              <dgm:constr type="l" for="ch" forName="Parent3" refType="w" fact="0.3339"/>
              <dgm:constr type="t" for="ch" forName="Parent3" refType="h" fact="0.0698"/>
              <dgm:constr type="w" for="ch" forName="Parent3" refType="w" fact="0.167"/>
              <dgm:constr type="h" for="ch" forName="Parent3" refType="h" fact="0.1396"/>
              <dgm:constr type="l" for="ch" forName="ChildAccent4" refType="w" fact="0.5009"/>
              <dgm:constr type="t" for="ch" forName="ChildAccent4" refType="h" fact="0.2087"/>
              <dgm:constr type="w" for="ch" forName="ChildAccent4" refType="w" fact="0.167"/>
              <dgm:constr type="h" for="ch" forName="ChildAccent4" refType="h" fact="0.6982"/>
              <dgm:constr type="l" for="ch" forName="Child4" refType="w" fact="0.5221"/>
              <dgm:constr type="t" for="ch" forName="Child4" refType="h" fact="0.2087"/>
              <dgm:constr type="w" for="ch" forName="Child4" refType="w" fact="0.1458"/>
              <dgm:constr type="h" for="ch" forName="Child4" refType="h" fact="0.6982"/>
              <dgm:constr type="l" for="ch" forName="Parent4" refType="w" fact="0.501"/>
              <dgm:constr type="t" for="ch" forName="Parent4" refType="h" fact="0.0458"/>
              <dgm:constr type="w" for="ch" forName="Parent4" refType="w" fact="0.167"/>
              <dgm:constr type="h" for="ch" forName="Parent4" refType="h" fact="0.1629"/>
              <dgm:constr type="l" for="ch" forName="ChildAccent5" refType="w" fact="0.6674"/>
              <dgm:constr type="t" for="ch" forName="ChildAccent5" refType="h" fact="0.2087"/>
              <dgm:constr type="w" for="ch" forName="ChildAccent5" refType="w" fact="0.167"/>
              <dgm:constr type="h" for="ch" forName="ChildAccent5" refType="h" fact="0.7448"/>
              <dgm:constr type="l" for="ch" forName="Child5" refType="w" fact="0.6886"/>
              <dgm:constr type="t" for="ch" forName="Child5" refType="h" fact="0.2087"/>
              <dgm:constr type="w" for="ch" forName="Child5" refType="w" fact="0.1458"/>
              <dgm:constr type="h" for="ch" forName="Child5" refType="h" fact="0.7448"/>
              <dgm:constr type="l" for="ch" forName="Parent5" refType="w" fact="0.668"/>
              <dgm:constr type="t" for="ch" forName="Parent5" refType="h" fact="0.0225"/>
              <dgm:constr type="w" for="ch" forName="Parent5" refType="w" fact="0.167"/>
              <dgm:constr type="h" for="ch" forName="Parent5" refType="h" fact="0.1862"/>
              <dgm:constr type="l" for="ch" forName="ChildAccent6" refType="w" fact="0.833"/>
              <dgm:constr type="t" for="ch" forName="ChildAccent6" refType="h" fact="0.2087"/>
              <dgm:constr type="w" for="ch" forName="ChildAccent6" refType="w" fact="0.167"/>
              <dgm:constr type="h" for="ch" forName="ChildAccent6" refType="h" fact="0.7913"/>
              <dgm:constr type="l" for="ch" forName="Child6" refType="w" fact="0.8542"/>
              <dgm:constr type="t" for="ch" forName="Child6" refType="h" fact="0.2087"/>
              <dgm:constr type="w" for="ch" forName="Child6" refType="w" fact="0.1458"/>
              <dgm:constr type="h" for="ch" forName="Child6" refType="h" fact="0.7913"/>
              <dgm:constr type="l" for="ch" forName="Parent6" refType="w" fact="0.835"/>
              <dgm:constr type="t" for="ch" forName="Parent6" refType="h" fact="0"/>
              <dgm:constr type="w" for="ch" forName="Parent6" refType="w" fact="0.165"/>
              <dgm:constr type="h" for="ch" forName="Parent6" refType="h" fact="0.2095"/>
            </dgm:constrLst>
          </dgm:if>
          <dgm:else name="Name10">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Accent1" refType="w" fact="0"/>
              <dgm:constr type="t" for="ch" forName="ChildAccent1" refType="h" fact="0.2168"/>
              <dgm:constr type="w" for="ch" forName="ChildAccent1" refType="w" fact="0.1432"/>
              <dgm:constr type="h" for="ch" forName="ChildAccent1" refType="h" fact="0.5221"/>
              <dgm:constr type="l" for="ch" forName="Child1" refType="w" fact="0.0182"/>
              <dgm:constr type="t" for="ch" forName="Child1" refType="h" fact="0.2168"/>
              <dgm:constr type="w" for="ch" forName="Child1" refType="w" fact="0.125"/>
              <dgm:constr type="h" for="ch" forName="Child1" refType="h" fact="0.5221"/>
              <dgm:constr type="l" for="ch" forName="Parent1" refType="w" fact="0"/>
              <dgm:constr type="t" for="ch" forName="Parent1" refType="h" fact="0.1298"/>
              <dgm:constr type="w" for="ch" forName="Parent1" refType="w" fact="0.1432"/>
              <dgm:constr type="h" for="ch" forName="Parent1" refType="h" fact="0.087"/>
              <dgm:constr type="l" for="ch" forName="ChildAccent2" refType="w" fact="0.1432"/>
              <dgm:constr type="t" for="ch" forName="ChildAccent2" refType="h" fact="0.2168"/>
              <dgm:constr type="w" for="ch" forName="ChildAccent2" refType="w" fact="0.1432"/>
              <dgm:constr type="h" for="ch" forName="ChildAccent2" refType="h" fact="0.5656"/>
              <dgm:constr type="l" for="ch" forName="Child2" refType="w" fact="0.1614"/>
              <dgm:constr type="t" for="ch" forName="Child2" refType="h" fact="0.2168"/>
              <dgm:constr type="w" for="ch" forName="Child2" refType="w" fact="0.125"/>
              <dgm:constr type="h" for="ch" forName="Child2" refType="h" fact="0.5656"/>
              <dgm:constr type="l" for="ch" forName="Parent2" refType="w" fact="0.1432"/>
              <dgm:constr type="t" for="ch" forName="Parent2" refType="h" fact="0.108"/>
              <dgm:constr type="w" for="ch" forName="Parent2" refType="w" fact="0.1432"/>
              <dgm:constr type="h" for="ch" forName="Parent2" refType="h" fact="0.1088"/>
              <dgm:constr type="l" for="ch" forName="ChildAccent3" refType="w" fact="0.2865"/>
              <dgm:constr type="t" for="ch" forName="ChildAccent3" refType="h" fact="0.2168"/>
              <dgm:constr type="w" for="ch" forName="ChildAccent3" refType="w" fact="0.1432"/>
              <dgm:constr type="h" for="ch" forName="ChildAccent3" refType="h" fact="0.6091"/>
              <dgm:constr type="l" for="ch" forName="Child3" refType="w" fact="0.3047"/>
              <dgm:constr type="t" for="ch" forName="Child3" refType="h" fact="0.2168"/>
              <dgm:constr type="w" for="ch" forName="Child3" refType="w" fact="0.125"/>
              <dgm:constr type="h" for="ch" forName="Child3" refType="h" fact="0.6091"/>
              <dgm:constr type="l" for="ch" forName="Parent3" refType="w" fact="0.2865"/>
              <dgm:constr type="t" for="ch" forName="Parent3" refType="h" fact="0.087"/>
              <dgm:constr type="w" for="ch" forName="Parent3" refType="w" fact="0.143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Child4" refType="w" fact="0.4479"/>
              <dgm:constr type="t" for="ch" forName="Child4" refType="h" fact="0.2168"/>
              <dgm:constr type="w" for="ch" forName="Child4" refType="w" fact="0.125"/>
              <dgm:constr type="h" for="ch" forName="Child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5726"/>
              <dgm:constr type="t" for="ch" forName="ChildAccent5" refType="h" fact="0.2168"/>
              <dgm:constr type="w" for="ch" forName="ChildAccent5" refType="w" fact="0.1432"/>
              <dgm:constr type="h" for="ch" forName="ChildAccent5" refType="h" fact="0.6962"/>
              <dgm:constr type="l" for="ch" forName="Child5" refType="w" fact="0.5908"/>
              <dgm:constr type="t" for="ch" forName="Child5" refType="h" fact="0.2168"/>
              <dgm:constr type="w" for="ch" forName="Child5" refType="w" fact="0.125"/>
              <dgm:constr type="h" for="ch" forName="Child5" refType="h" fact="0.6962"/>
              <dgm:constr type="l" for="ch" forName="Parent5" refType="w" fact="0.5726"/>
              <dgm:constr type="t" for="ch" forName="Parent5" refType="h" fact="0.0428"/>
              <dgm:constr type="w" for="ch" forName="Parent5" refType="w" fact="0.1432"/>
              <dgm:constr type="h" for="ch" forName="Parent5" refType="h" fact="0.174"/>
              <dgm:constr type="l" for="ch" forName="ChildAccent6" refType="w" fact="0.7147"/>
              <dgm:constr type="t" for="ch" forName="ChildAccent6" refType="h" fact="0.2168"/>
              <dgm:constr type="w" for="ch" forName="ChildAccent6" refType="w" fact="0.1432"/>
              <dgm:constr type="h" for="ch" forName="ChildAccent6" refType="h" fact="0.7397"/>
              <dgm:constr type="l" for="ch" forName="Child6" refType="w" fact="0.7329"/>
              <dgm:constr type="t" for="ch" forName="Child6" refType="h" fact="0.2168"/>
              <dgm:constr type="w" for="ch" forName="Child6" refType="w" fact="0.125"/>
              <dgm:constr type="h" for="ch" forName="Child6" refType="h" fact="0.7397"/>
              <dgm:constr type="l" for="ch" forName="Parent6" refType="w" fact="0.716"/>
              <dgm:constr type="t" for="ch" forName="Parent6" refType="h" fact="0.0217"/>
              <dgm:constr type="w" for="ch" forName="Parent6" refType="w" fact="0.1424"/>
              <dgm:constr type="h" for="ch" forName="Parent6" refType="h" fact="0.1958"/>
              <dgm:constr type="l" for="ch" forName="ChildAccent7" refType="w" fact="0.8568"/>
              <dgm:constr type="t" for="ch" forName="ChildAccent7" refType="h" fact="0.2168"/>
              <dgm:constr type="w" for="ch" forName="ChildAccent7" refType="w" fact="0.1432"/>
              <dgm:constr type="h" for="ch" forName="ChildAccent7" refType="h" fact="0.7832"/>
              <dgm:constr type="l" for="ch" forName="Child7" refType="w" fact="0.875"/>
              <dgm:constr type="t" for="ch" forName="Child7" refType="h" fact="0.2168"/>
              <dgm:constr type="w" for="ch" forName="Child7" refType="w" fact="0.125"/>
              <dgm:constr type="h" for="ch" forName="Child7" refType="h" fact="0.7832"/>
              <dgm:constr type="l" for="ch" forName="Parent7" refType="w" fact="0.8577"/>
              <dgm:constr type="t" for="ch" forName="Parent7" refType="h" fact="0"/>
              <dgm:constr type="w" for="ch" forName="Parent7" refType="w" fact="0.1423"/>
              <dgm:constr type="h" for="ch" forName="Parent7" refType="h" fact="0.2175"/>
            </dgm:constrLst>
          </dgm:else>
        </dgm:choose>
      </dgm:if>
      <dgm:else name="Name11">
        <dgm:choose name="Name12">
          <dgm:if name="Name13"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14"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2" refType="w" fact="0"/>
              <dgm:constr type="t" for="ch" forName="Child2" refType="h" fact="0.1613"/>
              <dgm:constr type="w" for="ch" forName="Child2" refType="w" fact="0.4365"/>
              <dgm:constr type="h" for="ch" forName="Child2" refType="h" fact="0.8387"/>
              <dgm:constr type="l" for="ch" forName="Child1" refType="w" fact="0.5"/>
              <dgm:constr type="t" for="ch" forName="Child1" refType="h" fact="0.1613"/>
              <dgm:constr type="w" for="ch" forName="Child1" refType="w" fact="0.4365"/>
              <dgm:constr type="h" for="ch" forName="Child1" refType="h" fact="0.7742"/>
              <dgm:constr type="l" for="ch" forName="ChildAccent1" refType="w" fact="0.5"/>
              <dgm:constr type="t" for="ch" forName="ChildAccent1" refType="h" fact="0.1613"/>
              <dgm:constr type="w" for="ch" forName="ChildAccent1" refType="w" fact="0.5"/>
              <dgm:constr type="h" for="ch" forName="ChildAccent1" refType="h" fact="0.7742"/>
              <dgm:constr type="l" for="ch" forName="Parent1" refType="w" fact="0.5"/>
              <dgm:constr type="t" for="ch" forName="Parent1" refType="h" fact="0.0323"/>
              <dgm:constr type="w" for="ch" forName="Parent1" refType="w" fact="0.5"/>
              <dgm:constr type="h" for="ch" forName="Parent1" refType="h" fact="0.129"/>
              <dgm:constr type="l" for="ch" forName="ChildAccent2" refType="w" fact="0"/>
              <dgm:constr type="t" for="ch" forName="ChildAccent2" refType="h" fact="0.1613"/>
              <dgm:constr type="w" for="ch" forName="ChildAccent2" refType="w" fact="0.5"/>
              <dgm:constr type="h" for="ch" forName="ChildAccent2" refType="h" fact="0.8387"/>
              <dgm:constr type="l" for="ch" forName="Parent2" refType="w" fact="0"/>
              <dgm:constr type="t" for="ch" forName="Parent2" refType="h" fact="0"/>
              <dgm:constr type="w" for="ch" forName="Parent2" refType="w" fact="0.5"/>
              <dgm:constr type="h" for="ch" forName="Parent2" refType="h" fact="0.1613"/>
            </dgm:constrLst>
          </dgm:if>
          <dgm:if name="Name15"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3" refType="w" fact="0"/>
              <dgm:constr type="t" for="ch" forName="Child3" refType="h" fact="0.1757"/>
              <dgm:constr type="w" for="ch" forName="Child3" refType="w" fact="0.291"/>
              <dgm:constr type="h" for="ch" forName="Child3" refType="h" fact="0.8243"/>
              <dgm:constr type="l" for="ch" forName="Child2" refType="w" fact="0.3333"/>
              <dgm:constr type="t" for="ch" forName="Child2" refType="h" fact="0.1757"/>
              <dgm:constr type="w" for="ch" forName="Child2" refType="w" fact="0.291"/>
              <dgm:constr type="h" for="ch" forName="Child2" refType="h" fact="0.7655"/>
              <dgm:constr type="l" for="ch" forName="Child1" refType="w" fact="0.6667"/>
              <dgm:constr type="t" for="ch" forName="Child1" refType="h" fact="0.1757"/>
              <dgm:constr type="w" for="ch" forName="Child1" refType="w" fact="0.291"/>
              <dgm:constr type="h" for="ch" forName="Child1" refType="h" fact="0.7066"/>
              <dgm:constr type="l" for="ch" forName="ChildAccent1" refType="w" fact="0.6667"/>
              <dgm:constr type="t" for="ch" forName="ChildAccent1" refType="h" fact="0.1757"/>
              <dgm:constr type="w" for="ch" forName="ChildAccent1" refType="w" fact="0.3333"/>
              <dgm:constr type="h" for="ch" forName="ChildAccent1" refType="h" fact="0.7066"/>
              <dgm:constr type="l" for="ch" forName="Parent1" refType="w" fact="0.6667"/>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
              <dgm:constr type="t" for="ch" forName="ChildAccent3" refType="h" fact="0.1757"/>
              <dgm:constr type="w" for="ch" forName="ChildAccent3" refType="w" fact="0.3333"/>
              <dgm:constr type="h" for="ch" forName="ChildAccent3" refType="h" fact="0.8243"/>
              <dgm:constr type="l" for="ch" forName="Parent3" refType="w" fact="0"/>
              <dgm:constr type="t" for="ch" forName="Parent3" refType="h" fact="0"/>
              <dgm:constr type="w" for="ch" forName="Parent3" refType="w" fact="0.3333"/>
              <dgm:constr type="h" for="ch" forName="Parent3" refType="h" fact="0.176"/>
            </dgm:constrLst>
          </dgm:if>
          <dgm:if name="Name16"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4" refType="w" fact="0"/>
              <dgm:constr type="t" for="ch" forName="Child4" refType="h" fact="0.1892"/>
              <dgm:constr type="w" for="ch" forName="Child4" refType="w" fact="0.2183"/>
              <dgm:constr type="h" for="ch" forName="Child4" refType="h" fact="0.8108"/>
              <dgm:constr type="l" for="ch" forName="Child3" refType="w" fact="0.25"/>
              <dgm:constr type="t" for="ch" forName="Child3" refType="h" fact="0.1892"/>
              <dgm:constr type="w" for="ch" forName="Child3" refType="w" fact="0.2183"/>
              <dgm:constr type="h" for="ch" forName="Child3" refType="h" fact="0.7568"/>
              <dgm:constr type="l" for="ch" forName="Child2" refType="w" fact="0.5"/>
              <dgm:constr type="t" for="ch" forName="Child2" refType="h" fact="0.1892"/>
              <dgm:constr type="w" for="ch" forName="Child2" refType="w" fact="0.2183"/>
              <dgm:constr type="h" for="ch" forName="Child2" refType="h" fact="0.7027"/>
              <dgm:constr type="l" for="ch" forName="Child1" refType="w" fact="0.75"/>
              <dgm:constr type="t" for="ch" forName="Child1" refType="h" fact="0.1892"/>
              <dgm:constr type="w" for="ch" forName="Child1" refType="w" fact="0.2183"/>
              <dgm:constr type="h" for="ch" forName="Child1" refType="h" fact="0.6486"/>
              <dgm:constr type="l" for="ch" forName="ChildAccent1" refType="w" fact="0.75"/>
              <dgm:constr type="t" for="ch" forName="ChildAccent1" refType="h" fact="0.1892"/>
              <dgm:constr type="w" for="ch" forName="ChildAccent1" refType="w" fact="0.25"/>
              <dgm:constr type="h" for="ch" forName="ChildAccent1" refType="h" fact="0.6486"/>
              <dgm:constr type="l" for="ch" forName="Parent1" refType="w" fact="0.75"/>
              <dgm:constr type="t" for="ch" forName="Parent1" refType="h" fact="0.0811"/>
              <dgm:constr type="w" for="ch" forName="Parent1" refType="w" fact="0.25"/>
              <dgm:constr type="h" for="ch" forName="Parent1" refType="h" fact="0.1081"/>
              <dgm:constr type="l" for="ch" forName="ChildAccent2" refType="w" fact="0.5"/>
              <dgm:constr type="t" for="ch" forName="ChildAccent2" refType="h" fact="0.1892"/>
              <dgm:constr type="w" for="ch" forName="ChildAccent2" refType="w" fact="0.25"/>
              <dgm:constr type="h" for="ch" forName="ChildAccent2" refType="h" fact="0.7027"/>
              <dgm:constr type="l" for="ch" forName="Parent2" refType="w" fact="0.5"/>
              <dgm:constr type="t" for="ch" forName="Parent2" refType="h" fact="0.0541"/>
              <dgm:constr type="w" for="ch" forName="Parent2" refType="w" fact="0.25"/>
              <dgm:constr type="h" for="ch" forName="Parent2" refType="h" fact="0.1351"/>
              <dgm:constr type="l" for="ch" forName="ChildAccent3" refType="w" fact="0.25"/>
              <dgm:constr type="t" for="ch" forName="ChildAccent3" refType="h" fact="0.1892"/>
              <dgm:constr type="w" for="ch" forName="ChildAccent3" refType="w" fact="0.25"/>
              <dgm:constr type="h" for="ch" forName="ChildAccent3" refType="h" fact="0.7568"/>
              <dgm:constr type="l" for="ch" forName="Parent3" refType="w" fact="0.25"/>
              <dgm:constr type="t" for="ch" forName="Parent3" refType="h" fact="0.0279"/>
              <dgm:constr type="w" for="ch" forName="Parent3" refType="w" fact="0.25"/>
              <dgm:constr type="h" for="ch" forName="Parent3" refType="h" fact="0.161"/>
              <dgm:constr type="l" for="ch" forName="ChildAccent4" refType="w" fact="0"/>
              <dgm:constr type="t" for="ch" forName="ChildAccent4" refType="h" fact="0.1892"/>
              <dgm:constr type="w" for="ch" forName="ChildAccent4" refType="w" fact="0.25"/>
              <dgm:constr type="h" for="ch" forName="ChildAccent4" refType="h" fact="0.8108"/>
              <dgm:constr type="l" for="ch" forName="Parent4" refType="w" fact="0"/>
              <dgm:constr type="t" for="ch" forName="Parent4" refType="h" fact="0"/>
              <dgm:constr type="w" for="ch" forName="Parent4" refType="w" fact="0.25"/>
              <dgm:constr type="h" for="ch" forName="Parent4" refType="h" fact="0.1892"/>
            </dgm:constrLst>
          </dgm:if>
          <dgm:if name="Name17"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5" refType="w" fact="0"/>
              <dgm:constr type="t" for="ch" forName="Child5" refType="h" fact="0.2"/>
              <dgm:constr type="w" for="ch" forName="Child5" refType="w" fact="0.1747"/>
              <dgm:constr type="h" for="ch" forName="Child5" refType="h" fact="0.8"/>
              <dgm:constr type="l" for="ch" forName="Child4" refType="w" fact="0.2001"/>
              <dgm:constr type="t" for="ch" forName="Child4" refType="h" fact="0.2"/>
              <dgm:constr type="w" for="ch" forName="Child4" refType="w" fact="0.1747"/>
              <dgm:constr type="h" for="ch" forName="Child4" refType="h" fact="0.75"/>
              <dgm:constr type="l" for="ch" forName="Child3" refType="w" fact="0.4002"/>
              <dgm:constr type="t" for="ch" forName="Child3" refType="h" fact="0.2"/>
              <dgm:constr type="w" for="ch" forName="Child3" refType="w" fact="0.1747"/>
              <dgm:constr type="h" for="ch" forName="Child3" refType="h" fact="0.7"/>
              <dgm:constr type="l" for="ch" forName="Child2" refType="w" fact="0.6003"/>
              <dgm:constr type="t" for="ch" forName="Child2" refType="h" fact="0.2"/>
              <dgm:constr type="w" for="ch" forName="Child2" refType="w" fact="0.1747"/>
              <dgm:constr type="h" for="ch" forName="Child2" refType="h" fact="0.65"/>
              <dgm:constr type="l" for="ch" forName="Child1" refType="w" fact="0.7999"/>
              <dgm:constr type="t" for="ch" forName="Child1" refType="h" fact="0.2"/>
              <dgm:constr type="w" for="ch" forName="Child1" refType="w" fact="0.1747"/>
              <dgm:constr type="h" for="ch" forName="Child1" refType="h" fact="0.6"/>
              <dgm:constr type="l" for="ch" forName="ChildAccent1" refType="w" fact="0.7999"/>
              <dgm:constr type="t" for="ch" forName="ChildAccent1" refType="h" fact="0.2"/>
              <dgm:constr type="w" for="ch" forName="ChildAccent1" refType="w" fact="0.2001"/>
              <dgm:constr type="h" for="ch" forName="ChildAccent1" refType="h" fact="0.6"/>
              <dgm:constr type="l" for="ch" forName="Parent1" refType="w" fact="0.7999"/>
              <dgm:constr type="t" for="ch" forName="Parent1" refType="h" fact="0.1"/>
              <dgm:constr type="w" for="ch" forName="Parent1" refType="w" fact="0.2001"/>
              <dgm:constr type="h" for="ch" forName="Parent1" refType="h" fact="0.1"/>
              <dgm:constr type="l" for="ch" forName="ChildAccent2" refType="w" fact="0.6003"/>
              <dgm:constr type="t" for="ch" forName="ChildAccent2" refType="h" fact="0.2"/>
              <dgm:constr type="w" for="ch" forName="ChildAccent2" refType="w" fact="0.2001"/>
              <dgm:constr type="h" for="ch" forName="ChildAccent2" refType="h" fact="0.65"/>
              <dgm:constr type="l" for="ch" forName="Parent2" refType="w" fact="0.6003"/>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2001"/>
              <dgm:constr type="t" for="ch" forName="ChildAccent4" refType="h" fact="0.2"/>
              <dgm:constr type="w" for="ch" forName="ChildAccent4" refType="w" fact="0.2001"/>
              <dgm:constr type="h" for="ch" forName="ChildAccent4" refType="h" fact="0.75"/>
              <dgm:constr type="l" for="ch" forName="Parent4" refType="w" fact="0.2001"/>
              <dgm:constr type="t" for="ch" forName="Parent4" refType="h" fact="0.025"/>
              <dgm:constr type="w" for="ch" forName="Parent4" refType="w" fact="0.2001"/>
              <dgm:constr type="h" for="ch" forName="Parent4" refType="h" fact="0.175"/>
              <dgm:constr type="l" for="ch" forName="ChildAccent5" refType="w" fact="0"/>
              <dgm:constr type="t" for="ch" forName="ChildAccent5" refType="h" fact="0.2"/>
              <dgm:constr type="w" for="ch" forName="ChildAccent5" refType="w" fact="0.2001"/>
              <dgm:constr type="h" for="ch" forName="ChildAccent5" refType="h" fact="0.8"/>
              <dgm:constr type="l" for="ch" forName="Parent5" refType="w" fact="0"/>
              <dgm:constr type="t" for="ch" forName="Parent5" refType="h" fact="0"/>
              <dgm:constr type="w" for="ch" forName="Parent5" refType="w" fact="0.2001"/>
              <dgm:constr type="h" for="ch" forName="Parent5" refType="h" fact="0.2"/>
            </dgm:constrLst>
          </dgm:if>
          <dgm:if name="Name18"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6" refType="w" fact="0"/>
              <dgm:constr type="t" for="ch" forName="Child6" refType="h" fact="0.2087"/>
              <dgm:constr type="w" for="ch" forName="Child6" refType="w" fact="0.1458"/>
              <dgm:constr type="h" for="ch" forName="Child6" refType="h" fact="0.7913"/>
              <dgm:constr type="l" for="ch" forName="Child5" refType="w" fact="0.167"/>
              <dgm:constr type="t" for="ch" forName="Child5" refType="h" fact="0.2087"/>
              <dgm:constr type="w" for="ch" forName="Child5" refType="w" fact="0.1458"/>
              <dgm:constr type="h" for="ch" forName="Child5" refType="h" fact="0.7448"/>
              <dgm:constr type="l" for="ch" forName="Child4" refType="w" fact="0.3339"/>
              <dgm:constr type="t" for="ch" forName="Child4" refType="h" fact="0.2087"/>
              <dgm:constr type="w" for="ch" forName="Child4" refType="w" fact="0.1458"/>
              <dgm:constr type="h" for="ch" forName="Child4" refType="h" fact="0.6982"/>
              <dgm:constr type="l" for="ch" forName="Child3" refType="w" fact="0.5009"/>
              <dgm:constr type="t" for="ch" forName="Child3" refType="h" fact="0.2087"/>
              <dgm:constr type="w" for="ch" forName="Child3" refType="w" fact="0.1458"/>
              <dgm:constr type="h" for="ch" forName="Child3" refType="h" fact="0.6517"/>
              <dgm:constr type="l" for="ch" forName="Child2" refType="w" fact="0.6674"/>
              <dgm:constr type="t" for="ch" forName="Child2" refType="h" fact="0.2087"/>
              <dgm:constr type="w" for="ch" forName="Child2" refType="w" fact="0.1458"/>
              <dgm:constr type="h" for="ch" forName="Child2" refType="h" fact="0.6051"/>
              <dgm:constr type="l" for="ch" forName="Child1" refType="w" fact="0.833"/>
              <dgm:constr type="t" for="ch" forName="Child1" refType="h" fact="0.2087"/>
              <dgm:constr type="w" for="ch" forName="Child1" refType="w" fact="0.1458"/>
              <dgm:constr type="h" for="ch" forName="Child1" refType="h" fact="0.5586"/>
              <dgm:constr type="l" for="ch" forName="ChildAccent1" refType="w" fact="0.833"/>
              <dgm:constr type="t" for="ch" forName="ChildAccent1" refType="h" fact="0.2087"/>
              <dgm:constr type="w" for="ch" forName="ChildAccent1" refType="w" fact="0.167"/>
              <dgm:constr type="h" for="ch" forName="ChildAccent1" refType="h" fact="0.5586"/>
              <dgm:constr type="l" for="ch" forName="Parent1" refType="w" fact="0.833"/>
              <dgm:constr type="t" for="ch" forName="Parent1" refType="h" fact="0.1156"/>
              <dgm:constr type="w" for="ch" forName="Parent1" refType="w" fact="0.167"/>
              <dgm:constr type="h" for="ch" forName="Parent1" refType="h" fact="0.0931"/>
              <dgm:constr type="l" for="ch" forName="ChildAccent2" refType="w" fact="0.6674"/>
              <dgm:constr type="t" for="ch" forName="ChildAccent2" refType="h" fact="0.2087"/>
              <dgm:constr type="w" for="ch" forName="ChildAccent2" refType="w" fact="0.167"/>
              <dgm:constr type="h" for="ch" forName="ChildAccent2" refType="h" fact="0.6051"/>
              <dgm:constr type="l" for="ch" forName="Parent2" refType="w" fact="0.6674"/>
              <dgm:constr type="t" for="ch" forName="Parent2" refType="h" fact="0.0923"/>
              <dgm:constr type="w" for="ch" forName="Parent2" refType="w" fact="0.165"/>
              <dgm:constr type="h" for="ch" forName="Parent2" refType="h" fact="0.1164"/>
              <dgm:constr type="l" for="ch" forName="ChildAccent3" refType="w" fact="0.5009"/>
              <dgm:constr type="t" for="ch" forName="ChildAccent3" refType="h" fact="0.2087"/>
              <dgm:constr type="w" for="ch" forName="ChildAccent3" refType="w" fact="0.167"/>
              <dgm:constr type="h" for="ch" forName="ChildAccent3" refType="h" fact="0.6517"/>
              <dgm:constr type="l" for="ch" forName="Parent3" refType="w" fact="0.5009"/>
              <dgm:constr type="t" for="ch" forName="Parent3" refType="h" fact="0.0698"/>
              <dgm:constr type="w" for="ch" forName="Parent3" refType="w" fact="0.166"/>
              <dgm:constr type="h" for="ch" forName="Parent3" refType="h" fact="0.1396"/>
              <dgm:constr type="l" for="ch" forName="ChildAccent4" refType="w" fact="0.3339"/>
              <dgm:constr type="t" for="ch" forName="ChildAccent4" refType="h" fact="0.2087"/>
              <dgm:constr type="w" for="ch" forName="ChildAccent4" refType="w" fact="0.167"/>
              <dgm:constr type="h" for="ch" forName="ChildAccent4" refType="h" fact="0.6982"/>
              <dgm:constr type="l" for="ch" forName="Parent4" refType="w" fact="0.3339"/>
              <dgm:constr type="t" for="ch" forName="Parent4" refType="h" fact="0.0458"/>
              <dgm:constr type="w" for="ch" forName="Parent4" refType="w" fact="0.167"/>
              <dgm:constr type="h" for="ch" forName="Parent4" refType="h" fact="0.1629"/>
              <dgm:constr type="l" for="ch" forName="ChildAccent5" refType="w" fact="0.167"/>
              <dgm:constr type="t" for="ch" forName="ChildAccent5" refType="h" fact="0.2087"/>
              <dgm:constr type="w" for="ch" forName="ChildAccent5" refType="w" fact="0.167"/>
              <dgm:constr type="h" for="ch" forName="ChildAccent5" refType="h" fact="0.7448"/>
              <dgm:constr type="l" for="ch" forName="Parent5" refType="w" fact="0.167"/>
              <dgm:constr type="t" for="ch" forName="Parent5" refType="h" fact="0.0225"/>
              <dgm:constr type="w" for="ch" forName="Parent5" refType="w" fact="0.167"/>
              <dgm:constr type="h" for="ch" forName="Parent5" refType="h" fact="0.1862"/>
              <dgm:constr type="l" for="ch" forName="ChildAccent6" refType="w" fact="0"/>
              <dgm:constr type="t" for="ch" forName="ChildAccent6" refType="h" fact="0.2087"/>
              <dgm:constr type="w" for="ch" forName="ChildAccent6" refType="w" fact="0.167"/>
              <dgm:constr type="h" for="ch" forName="ChildAccent6" refType="h" fact="0.7913"/>
              <dgm:constr type="l" for="ch" forName="Parent6" refType="w" fact="0"/>
              <dgm:constr type="t" for="ch" forName="Parent6" refType="h" fact="0"/>
              <dgm:constr type="w" for="ch" forName="Parent6" refType="w" fact="0.167"/>
              <dgm:constr type="h" for="ch" forName="Parent6" refType="h" fact="0.2095"/>
            </dgm:constrLst>
          </dgm:if>
          <dgm:else name="Name19">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7" refType="w" fact="0"/>
              <dgm:constr type="t" for="ch" forName="Child7" refType="h" fact="0.2168"/>
              <dgm:constr type="w" for="ch" forName="Child7" refType="w" fact="0.125"/>
              <dgm:constr type="h" for="ch" forName="Child7" refType="h" fact="0.7832"/>
              <dgm:constr type="l" for="ch" forName="Child6" refType="w" fact="0.1432"/>
              <dgm:constr type="t" for="ch" forName="Child6" refType="h" fact="0.2168"/>
              <dgm:constr type="w" for="ch" forName="Child6" refType="w" fact="0.125"/>
              <dgm:constr type="h" for="ch" forName="Child6" refType="h" fact="0.7397"/>
              <dgm:constr type="l" for="ch" forName="Child5" refType="w" fact="0.2865"/>
              <dgm:constr type="t" for="ch" forName="Child5" refType="h" fact="0.2168"/>
              <dgm:constr type="w" for="ch" forName="Child5" refType="w" fact="0.125"/>
              <dgm:constr type="h" for="ch" forName="Child5" refType="h" fact="0.6962"/>
              <dgm:constr type="l" for="ch" forName="Child4" refType="w" fact="0.4297"/>
              <dgm:constr type="t" for="ch" forName="Child4" refType="h" fact="0.2168"/>
              <dgm:constr type="w" for="ch" forName="Child4" refType="w" fact="0.125"/>
              <dgm:constr type="h" for="ch" forName="Child4" refType="h" fact="0.6526"/>
              <dgm:constr type="l" for="ch" forName="Child3" refType="w" fact="0.5726"/>
              <dgm:constr type="t" for="ch" forName="Child3" refType="h" fact="0.2168"/>
              <dgm:constr type="w" for="ch" forName="Child3" refType="w" fact="0.125"/>
              <dgm:constr type="h" for="ch" forName="Child3" refType="h" fact="0.6091"/>
              <dgm:constr type="l" for="ch" forName="Child2" refType="w" fact="0.7147"/>
              <dgm:constr type="t" for="ch" forName="Child2" refType="h" fact="0.2168"/>
              <dgm:constr type="w" for="ch" forName="Child2" refType="w" fact="0.125"/>
              <dgm:constr type="h" for="ch" forName="Child2" refType="h" fact="0.5656"/>
              <dgm:constr type="l" for="ch" forName="Child1" refType="w" fact="0.8568"/>
              <dgm:constr type="t" for="ch" forName="Child1" refType="h" fact="0.2168"/>
              <dgm:constr type="w" for="ch" forName="Child1" refType="w" fact="0.125"/>
              <dgm:constr type="h" for="ch" forName="Child1" refType="h" fact="0.5221"/>
              <dgm:constr type="l" for="ch" forName="ChildAccent1" refType="w" fact="0.8568"/>
              <dgm:constr type="t" for="ch" forName="ChildAccent1" refType="h" fact="0.2168"/>
              <dgm:constr type="w" for="ch" forName="ChildAccent1" refType="w" fact="0.1432"/>
              <dgm:constr type="h" for="ch" forName="ChildAccent1" refType="h" fact="0.5221"/>
              <dgm:constr type="l" for="ch" forName="Parent1" refType="w" fact="0.8568"/>
              <dgm:constr type="t" for="ch" forName="Parent1" refType="h" fact="0.1298"/>
              <dgm:constr type="w" for="ch" forName="Parent1" refType="w" fact="0.1432"/>
              <dgm:constr type="h" for="ch" forName="Parent1" refType="h" fact="0.087"/>
              <dgm:constr type="l" for="ch" forName="ChildAccent2" refType="w" fact="0.7147"/>
              <dgm:constr type="t" for="ch" forName="ChildAccent2" refType="h" fact="0.2168"/>
              <dgm:constr type="w" for="ch" forName="ChildAccent2" refType="w" fact="0.1432"/>
              <dgm:constr type="h" for="ch" forName="ChildAccent2" refType="h" fact="0.5656"/>
              <dgm:constr type="l" for="ch" forName="Parent2" refType="w" fact="0.7147"/>
              <dgm:constr type="t" for="ch" forName="Parent2" refType="h" fact="0.108"/>
              <dgm:constr type="w" for="ch" forName="Parent2" refType="w" fact="0.1425"/>
              <dgm:constr type="h" for="ch" forName="Parent2" refType="h" fact="0.1088"/>
              <dgm:constr type="l" for="ch" forName="ChildAccent3" refType="w" fact="0.5726"/>
              <dgm:constr type="t" for="ch" forName="ChildAccent3" refType="h" fact="0.2168"/>
              <dgm:constr type="w" for="ch" forName="ChildAccent3" refType="w" fact="0.1432"/>
              <dgm:constr type="h" for="ch" forName="ChildAccent3" refType="h" fact="0.6091"/>
              <dgm:constr type="l" for="ch" forName="Parent3" refType="w" fact="0.5726"/>
              <dgm:constr type="t" for="ch" forName="Parent3" refType="h" fact="0.087"/>
              <dgm:constr type="w" for="ch" forName="Parent3" refType="w" fact="0.14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2865"/>
              <dgm:constr type="t" for="ch" forName="ChildAccent5" refType="h" fact="0.2168"/>
              <dgm:constr type="w" for="ch" forName="ChildAccent5" refType="w" fact="0.1432"/>
              <dgm:constr type="h" for="ch" forName="ChildAccent5" refType="h" fact="0.6962"/>
              <dgm:constr type="l" for="ch" forName="Parent5" refType="w" fact="0.2865"/>
              <dgm:constr type="t" for="ch" forName="Parent5" refType="h" fact="0.0428"/>
              <dgm:constr type="w" for="ch" forName="Parent5" refType="w" fact="0.1432"/>
              <dgm:constr type="h" for="ch" forName="Parent5" refType="h" fact="0.174"/>
              <dgm:constr type="l" for="ch" forName="ChildAccent6" refType="w" fact="0.1432"/>
              <dgm:constr type="t" for="ch" forName="ChildAccent6" refType="h" fact="0.2168"/>
              <dgm:constr type="w" for="ch" forName="ChildAccent6" refType="w" fact="0.1432"/>
              <dgm:constr type="h" for="ch" forName="ChildAccent6" refType="h" fact="0.7397"/>
              <dgm:constr type="l" for="ch" forName="Parent6" refType="w" fact="0.1432"/>
              <dgm:constr type="t" for="ch" forName="Parent6" refType="h" fact="0.0217"/>
              <dgm:constr type="w" for="ch" forName="Parent6" refType="w" fact="0.1432"/>
              <dgm:constr type="h" for="ch" forName="Parent6" refType="h" fact="0.1958"/>
              <dgm:constr type="l" for="ch" forName="ChildAccent7" refType="w" fact="0"/>
              <dgm:constr type="t" for="ch" forName="ChildAccent7" refType="h" fact="0.2168"/>
              <dgm:constr type="w" for="ch" forName="ChildAccent7" refType="w" fact="0.1432"/>
              <dgm:constr type="h" for="ch" forName="ChildAccent7" refType="h" fact="0.7832"/>
              <dgm:constr type="l" for="ch" forName="Parent7" refType="w" fact="0"/>
              <dgm:constr type="t" for="ch" forName="Parent7" refType="h" fact="0"/>
              <dgm:constr type="w" for="ch" forName="Parent7" refType="w" fact="0.1432"/>
              <dgm:constr type="h" for="ch" forName="Parent7" refType="h" fact="0.2175"/>
            </dgm:constrLst>
          </dgm:else>
        </dgm:choose>
      </dgm:else>
    </dgm:choose>
    <dgm:forEach name="wrapper" axis="self" ptType="parTrans">
      <dgm:forEach name="accentRepeat" axis="self">
        <dgm:layoutNode name="ChildAccent" styleLbl="alignImgPlace1">
          <dgm:alg type="sp"/>
          <dgm:choose name="Name20">
            <dgm:if name="Name21" axis="followSib" ptType="node" func="cnt" op="equ" val="0">
              <dgm:shape xmlns:r="http://schemas.openxmlformats.org/officeDocument/2006/relationships" type="wedgeRectCallout" r:blip="">
                <dgm:adjLst>
                  <dgm:adj idx="1" val="0"/>
                  <dgm:adj idx="2" val="0"/>
                </dgm:adjLst>
              </dgm:shape>
            </dgm:if>
            <dgm:else name="Name22">
              <dgm:choose name="Name23">
                <dgm:if name="Name24" axis="precedSib" ptType="node" func="cnt" op="equ" val="6">
                  <dgm:shape xmlns:r="http://schemas.openxmlformats.org/officeDocument/2006/relationships" type="wedgeRectCallout" r:blip="">
                    <dgm:adjLst>
                      <dgm:adj idx="1" val="0"/>
                      <dgm:adj idx="2" val="0"/>
                    </dgm:adjLst>
                  </dgm:shape>
                </dgm:if>
                <dgm:else name="Name25">
                  <dgm:choose name="Name26">
                    <dgm:if name="Name27" func="var" arg="dir" op="equ" val="norm">
                      <dgm:shape xmlns:r="http://schemas.openxmlformats.org/officeDocument/2006/relationships" type="wedgeRectCallout" r:blip="">
                        <dgm:adjLst>
                          <dgm:adj idx="1" val="0.625"/>
                          <dgm:adj idx="2" val="0.2083"/>
                        </dgm:adjLst>
                      </dgm:shape>
                    </dgm:if>
                    <dgm:else name="Name28">
                      <dgm:shape xmlns:r="http://schemas.openxmlformats.org/officeDocument/2006/relationships" type="wedgeRectCallout" r:blip="">
                        <dgm:adjLst>
                          <dgm:adj idx="1" val="-0.625"/>
                          <dgm:adj idx="2" val="0.2083"/>
                        </dgm:adjLst>
                      </dgm:shape>
                    </dgm:else>
                  </dgm:choose>
                </dgm:else>
              </dgm:choose>
            </dgm:else>
          </dgm:choose>
          <dgm:presOf axis="des" ptType="node"/>
        </dgm:layoutNode>
      </dgm:forEach>
    </dgm:forEach>
    <dgm:forEach name="Name29" axis="ch" ptType="node" st="7" cnt="1">
      <dgm:layoutNode name="ChildAccent7">
        <dgm:alg type="sp"/>
        <dgm:shape xmlns:r="http://schemas.openxmlformats.org/officeDocument/2006/relationships" r:blip="">
          <dgm:adjLst/>
        </dgm:shape>
        <dgm:presOf/>
        <dgm:constrLst/>
        <dgm:forEach name="Name30" ref="accentRepeat"/>
      </dgm:layoutNode>
      <dgm:layoutNode name="Child7" styleLbl="revTx">
        <dgm:varLst>
          <dgm:chMax val="0"/>
          <dgm:chPref val="0"/>
          <dgm:bulletEnabled val="1"/>
        </dgm:varLst>
        <dgm:choose name="Name31">
          <dgm:if name="Name32" func="var" arg="dir" op="equ" val="norm">
            <dgm:alg type="tx">
              <dgm:param type="parTxLTRAlign" val="r"/>
              <dgm:param type="shpTxLTRAlignCh" val="r"/>
              <dgm:param type="txAnchorVert" val="t"/>
            </dgm:alg>
          </dgm:if>
          <dgm:else name="Name3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7"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4" axis="ch" ptType="node" st="6" cnt="1">
      <dgm:layoutNode name="ChildAccent6">
        <dgm:alg type="sp"/>
        <dgm:shape xmlns:r="http://schemas.openxmlformats.org/officeDocument/2006/relationships" r:blip="">
          <dgm:adjLst/>
        </dgm:shape>
        <dgm:presOf/>
        <dgm:constrLst/>
        <dgm:forEach name="Name35" ref="accentRepeat"/>
      </dgm:layoutNode>
      <dgm:layoutNode name="Child6" styleLbl="revTx">
        <dgm:varLst>
          <dgm:chMax val="0"/>
          <dgm:chPref val="0"/>
          <dgm:bulletEnabled val="1"/>
        </dgm:varLst>
        <dgm:choose name="Name36">
          <dgm:if name="Name37" func="var" arg="dir" op="equ" val="norm">
            <dgm:alg type="tx">
              <dgm:param type="parTxLTRAlign" val="r"/>
              <dgm:param type="shpTxLTRAlignCh" val="r"/>
              <dgm:param type="txAnchorVert" val="t"/>
            </dgm:alg>
          </dgm:if>
          <dgm:else name="Name3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6"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9" axis="ch" ptType="node" st="5" cnt="1">
      <dgm:layoutNode name="ChildAccent5">
        <dgm:alg type="sp"/>
        <dgm:shape xmlns:r="http://schemas.openxmlformats.org/officeDocument/2006/relationships" r:blip="">
          <dgm:adjLst/>
        </dgm:shape>
        <dgm:presOf/>
        <dgm:constrLst/>
        <dgm:forEach name="Name40" ref="accentRepeat"/>
      </dgm:layoutNode>
      <dgm:layoutNode name="Child5" styleLbl="revTx">
        <dgm:varLst>
          <dgm:chMax val="0"/>
          <dgm:chPref val="0"/>
          <dgm:bulletEnabled val="1"/>
        </dgm:varLst>
        <dgm:choose name="Name41">
          <dgm:if name="Name42" func="var" arg="dir" op="equ" val="norm">
            <dgm:alg type="tx">
              <dgm:param type="parTxLTRAlign" val="r"/>
              <dgm:param type="shpTxLTRAlignCh" val="r"/>
              <dgm:param type="txAnchorVert" val="t"/>
            </dgm:alg>
          </dgm:if>
          <dgm:else name="Name4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5"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4" axis="ch" ptType="node" st="4" cnt="1">
      <dgm:layoutNode name="ChildAccent4">
        <dgm:alg type="sp"/>
        <dgm:shape xmlns:r="http://schemas.openxmlformats.org/officeDocument/2006/relationships" r:blip="">
          <dgm:adjLst/>
        </dgm:shape>
        <dgm:presOf/>
        <dgm:constrLst/>
        <dgm:forEach name="Name45" ref="accentRepeat"/>
      </dgm:layoutNode>
      <dgm:layoutNode name="Child4" styleLbl="revTx">
        <dgm:varLst>
          <dgm:chMax val="0"/>
          <dgm:chPref val="0"/>
          <dgm:bulletEnabled val="1"/>
        </dgm:varLst>
        <dgm:choose name="Name46">
          <dgm:if name="Name47" func="var" arg="dir" op="equ" val="norm">
            <dgm:alg type="tx">
              <dgm:param type="parTxLTRAlign" val="r"/>
              <dgm:param type="shpTxLTRAlignCh" val="r"/>
              <dgm:param type="txAnchorVert" val="t"/>
            </dgm:alg>
          </dgm:if>
          <dgm:else name="Name4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4"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9" axis="ch" ptType="node" st="3" cnt="1">
      <dgm:layoutNode name="ChildAccent3">
        <dgm:alg type="sp"/>
        <dgm:shape xmlns:r="http://schemas.openxmlformats.org/officeDocument/2006/relationships" r:blip="">
          <dgm:adjLst/>
        </dgm:shape>
        <dgm:presOf/>
        <dgm:constrLst/>
        <dgm:forEach name="Name50" ref="accentRepeat"/>
      </dgm:layoutNode>
      <dgm:layoutNode name="Child3" styleLbl="revTx">
        <dgm:varLst>
          <dgm:chMax val="0"/>
          <dgm:chPref val="0"/>
          <dgm:bulletEnabled val="1"/>
        </dgm:varLst>
        <dgm:choose name="Name51">
          <dgm:if name="Name52" func="var" arg="dir" op="equ" val="norm">
            <dgm:alg type="tx">
              <dgm:param type="parTxLTRAlign" val="r"/>
              <dgm:param type="shpTxLTRAlignCh" val="r"/>
              <dgm:param type="txAnchorVert" val="t"/>
            </dgm:alg>
          </dgm:if>
          <dgm:else name="Name5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3"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4" axis="ch" ptType="node" st="2" cnt="1">
      <dgm:layoutNode name="ChildAccent2">
        <dgm:alg type="sp"/>
        <dgm:shape xmlns:r="http://schemas.openxmlformats.org/officeDocument/2006/relationships" r:blip="">
          <dgm:adjLst/>
        </dgm:shape>
        <dgm:presOf/>
        <dgm:constrLst/>
        <dgm:forEach name="Name55" ref="accentRepeat"/>
      </dgm:layoutNode>
      <dgm:layoutNode name="Child2" styleLbl="revTx">
        <dgm:varLst>
          <dgm:chMax val="0"/>
          <dgm:chPref val="0"/>
          <dgm:bulletEnabled val="1"/>
        </dgm:varLst>
        <dgm:choose name="Name56">
          <dgm:if name="Name57" func="var" arg="dir" op="equ" val="norm">
            <dgm:alg type="tx">
              <dgm:param type="parTxLTRAlign" val="r"/>
              <dgm:param type="shpTxLTRAlignCh" val="r"/>
              <dgm:param type="txAnchorVert" val="t"/>
            </dgm:alg>
          </dgm:if>
          <dgm:else name="Name5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2"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9" axis="ch" ptType="node" cnt="1">
      <dgm:layoutNode name="ChildAccent1">
        <dgm:alg type="sp"/>
        <dgm:shape xmlns:r="http://schemas.openxmlformats.org/officeDocument/2006/relationships" r:blip="">
          <dgm:adjLst/>
        </dgm:shape>
        <dgm:presOf/>
        <dgm:constrLst/>
        <dgm:forEach name="Name60" ref="accentRepeat"/>
      </dgm:layoutNode>
      <dgm:layoutNode name="Child1" styleLbl="revTx">
        <dgm:varLst>
          <dgm:chMax val="0"/>
          <dgm:chPref val="0"/>
          <dgm:bulletEnabled val="1"/>
        </dgm:varLst>
        <dgm:choose name="Name61">
          <dgm:if name="Name62" func="var" arg="dir" op="equ" val="norm">
            <dgm:alg type="tx">
              <dgm:param type="parTxLTRAlign" val="r"/>
              <dgm:param type="shpTxLTRAlignCh" val="r"/>
              <dgm:param type="txAnchorVert" val="t"/>
            </dgm:alg>
          </dgm:if>
          <dgm:else name="Name6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1"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8B91F7-0A31-4809-8E31-54F32ACD1E72}" type="datetimeFigureOut">
              <a:rPr lang="en-GB" smtClean="0"/>
              <a:t>08/04/2026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5A70FC-228F-4487-8E14-68CAD584041B}" type="slidenum">
              <a:rPr lang="en-GB" smtClean="0"/>
              <a:t>‹#›</a:t>
            </a:fld>
            <a:endParaRPr lang="en-GB" dirty="0"/>
          </a:p>
        </p:txBody>
      </p:sp>
    </p:spTree>
    <p:extLst>
      <p:ext uri="{BB962C8B-B14F-4D97-AF65-F5344CB8AC3E}">
        <p14:creationId xmlns:p14="http://schemas.microsoft.com/office/powerpoint/2010/main" val="30764507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15565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35835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EB448-544F-1163-CF6D-D801EF6DAB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2240B45-37FF-28D2-69C1-D8842A0F2E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A61B0F3-96B9-62B2-E1C5-4D3D4823B899}"/>
              </a:ext>
            </a:extLst>
          </p:cNvPr>
          <p:cNvSpPr>
            <a:spLocks noGrp="1"/>
          </p:cNvSpPr>
          <p:nvPr>
            <p:ph type="dt" sz="half" idx="10"/>
          </p:nvPr>
        </p:nvSpPr>
        <p:spPr/>
        <p:txBody>
          <a:bodyPr/>
          <a:lstStyle/>
          <a:p>
            <a:fld id="{1F66083A-C1B7-4B46-82C5-289BB6E6D5A4}" type="datetime1">
              <a:rPr lang="en-IN" smtClean="0"/>
              <a:t>08-04-2026</a:t>
            </a:fld>
            <a:endParaRPr lang="en-IN" dirty="0"/>
          </a:p>
        </p:txBody>
      </p:sp>
      <p:sp>
        <p:nvSpPr>
          <p:cNvPr id="5" name="Footer Placeholder 4">
            <a:extLst>
              <a:ext uri="{FF2B5EF4-FFF2-40B4-BE49-F238E27FC236}">
                <a16:creationId xmlns:a16="http://schemas.microsoft.com/office/drawing/2014/main" id="{15DB3F67-E836-5AA2-B32D-A0C3A933309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A11EEA5E-DC19-ABCD-6267-C545BA777197}"/>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1869472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50CDE-F21A-AC1C-7DD9-906370B0FA03}"/>
              </a:ext>
            </a:extLst>
          </p:cNvPr>
          <p:cNvSpPr>
            <a:spLocks noGrp="1"/>
          </p:cNvSpPr>
          <p:nvPr>
            <p:ph type="title"/>
          </p:nvPr>
        </p:nvSpPr>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A4139EE0-A89B-B238-94A4-DB32BBD14E29}"/>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B6BAB674-71DE-8BA7-9D0E-C99F6B3C0FBD}"/>
              </a:ext>
            </a:extLst>
          </p:cNvPr>
          <p:cNvSpPr>
            <a:spLocks noGrp="1"/>
          </p:cNvSpPr>
          <p:nvPr>
            <p:ph type="dt" sz="half" idx="10"/>
          </p:nvPr>
        </p:nvSpPr>
        <p:spPr>
          <a:xfrm>
            <a:off x="838200" y="6356350"/>
            <a:ext cx="1009650" cy="365125"/>
          </a:xfrm>
          <a:noFill/>
        </p:spPr>
        <p:txBody>
          <a:bodyPr/>
          <a:lstStyle>
            <a:lvl1pPr>
              <a:defRPr>
                <a:solidFill>
                  <a:schemeClr val="bg1"/>
                </a:solidFill>
              </a:defRPr>
            </a:lvl1pPr>
          </a:lstStyle>
          <a:p>
            <a:fld id="{864BFFB7-4443-4602-A990-B076C1CFE86C}" type="datetime1">
              <a:rPr lang="en-IN" smtClean="0"/>
              <a:pPr/>
              <a:t>08-04-2026</a:t>
            </a:fld>
            <a:endParaRPr lang="en-IN" dirty="0"/>
          </a:p>
        </p:txBody>
      </p:sp>
      <p:sp>
        <p:nvSpPr>
          <p:cNvPr id="5" name="Footer Placeholder 4">
            <a:extLst>
              <a:ext uri="{FF2B5EF4-FFF2-40B4-BE49-F238E27FC236}">
                <a16:creationId xmlns:a16="http://schemas.microsoft.com/office/drawing/2014/main" id="{8B72554B-0ACB-E334-5BBE-7A83BFE374FE}"/>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D3F062A5-E36B-5C05-6C36-F8372F2C1694}"/>
              </a:ext>
            </a:extLst>
          </p:cNvPr>
          <p:cNvSpPr>
            <a:spLocks noGrp="1"/>
          </p:cNvSpPr>
          <p:nvPr>
            <p:ph type="sldNum" sz="quarter" idx="12"/>
          </p:nvPr>
        </p:nvSpPr>
        <p:spPr>
          <a:noFill/>
        </p:spPr>
        <p:txBody>
          <a:bodyPr/>
          <a:lstStyle>
            <a:lvl1pPr>
              <a:defRPr>
                <a:solidFill>
                  <a:schemeClr val="bg1"/>
                </a:solidFill>
              </a:defRPr>
            </a:lvl1pPr>
          </a:lstStyle>
          <a:p>
            <a:fld id="{F32F6845-8F47-4AB8-B9CE-96D88E741707}" type="slidenum">
              <a:rPr lang="en-IN" smtClean="0"/>
              <a:pPr/>
              <a:t>‹#›</a:t>
            </a:fld>
            <a:endParaRPr lang="en-IN" dirty="0"/>
          </a:p>
        </p:txBody>
      </p:sp>
    </p:spTree>
    <p:extLst>
      <p:ext uri="{BB962C8B-B14F-4D97-AF65-F5344CB8AC3E}">
        <p14:creationId xmlns:p14="http://schemas.microsoft.com/office/powerpoint/2010/main" val="1890550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2CC90-B089-5E25-D480-B40D5123BF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E671185-327E-E435-EB8B-F143CAF78D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7ADDF86-F686-ACE8-6852-5CEADD9A2870}"/>
              </a:ext>
            </a:extLst>
          </p:cNvPr>
          <p:cNvSpPr>
            <a:spLocks noGrp="1"/>
          </p:cNvSpPr>
          <p:nvPr>
            <p:ph type="dt" sz="half" idx="10"/>
          </p:nvPr>
        </p:nvSpPr>
        <p:spPr/>
        <p:txBody>
          <a:bodyPr/>
          <a:lstStyle/>
          <a:p>
            <a:fld id="{2B3E8F52-857A-4C89-954C-57943DB51290}" type="datetime1">
              <a:rPr lang="en-IN" smtClean="0"/>
              <a:t>08-04-2026</a:t>
            </a:fld>
            <a:endParaRPr lang="en-IN" dirty="0"/>
          </a:p>
        </p:txBody>
      </p:sp>
      <p:sp>
        <p:nvSpPr>
          <p:cNvPr id="5" name="Footer Placeholder 4">
            <a:extLst>
              <a:ext uri="{FF2B5EF4-FFF2-40B4-BE49-F238E27FC236}">
                <a16:creationId xmlns:a16="http://schemas.microsoft.com/office/drawing/2014/main" id="{8558F106-1FED-5AA1-CFDF-7FE21050717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FD45F0D7-F550-D351-1F6B-36B665CA0CDC}"/>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705203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98191-3055-3CE7-ABAB-BF52255689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B07F01E-C1BB-CFE3-1062-5A8CAD20F5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90F16ED-635D-3C12-AE3C-37A43EAF14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A80B84D-A3CA-9B7E-B7BB-4C18C18121B2}"/>
              </a:ext>
            </a:extLst>
          </p:cNvPr>
          <p:cNvSpPr>
            <a:spLocks noGrp="1"/>
          </p:cNvSpPr>
          <p:nvPr>
            <p:ph type="dt" sz="half" idx="10"/>
          </p:nvPr>
        </p:nvSpPr>
        <p:spPr/>
        <p:txBody>
          <a:bodyPr/>
          <a:lstStyle/>
          <a:p>
            <a:fld id="{2BBD7B4D-DDD6-4CA2-87A0-9BDD5E5268EC}" type="datetime1">
              <a:rPr lang="en-IN" smtClean="0"/>
              <a:t>08-04-2026</a:t>
            </a:fld>
            <a:endParaRPr lang="en-IN" dirty="0"/>
          </a:p>
        </p:txBody>
      </p:sp>
      <p:sp>
        <p:nvSpPr>
          <p:cNvPr id="6" name="Footer Placeholder 5">
            <a:extLst>
              <a:ext uri="{FF2B5EF4-FFF2-40B4-BE49-F238E27FC236}">
                <a16:creationId xmlns:a16="http://schemas.microsoft.com/office/drawing/2014/main" id="{05881B66-06CA-0AE9-B95B-21A45DC5B355}"/>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F4B7665D-74F3-FC85-8C37-77F440223274}"/>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479702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1306E-11E1-8AB1-AF32-6F074D3C851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38E7AAE-4628-F916-89C8-10A970EC98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D7C0B7-4F02-5995-1FB1-8FB2DD1259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B504026-A61A-C06F-3EA6-94F595A473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FF7FD0-380B-75A4-D9B0-F7EBC341DD0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80AA233-A9EB-E98D-4DDF-BC4B72808326}"/>
              </a:ext>
            </a:extLst>
          </p:cNvPr>
          <p:cNvSpPr>
            <a:spLocks noGrp="1"/>
          </p:cNvSpPr>
          <p:nvPr>
            <p:ph type="dt" sz="half" idx="10"/>
          </p:nvPr>
        </p:nvSpPr>
        <p:spPr/>
        <p:txBody>
          <a:bodyPr/>
          <a:lstStyle/>
          <a:p>
            <a:fld id="{C130D9E5-0635-43A8-8973-488E7408FAF7}" type="datetime1">
              <a:rPr lang="en-IN" smtClean="0"/>
              <a:t>08-04-2026</a:t>
            </a:fld>
            <a:endParaRPr lang="en-IN" dirty="0"/>
          </a:p>
        </p:txBody>
      </p:sp>
      <p:sp>
        <p:nvSpPr>
          <p:cNvPr id="8" name="Footer Placeholder 7">
            <a:extLst>
              <a:ext uri="{FF2B5EF4-FFF2-40B4-BE49-F238E27FC236}">
                <a16:creationId xmlns:a16="http://schemas.microsoft.com/office/drawing/2014/main" id="{755E8074-1361-E322-F42C-F5D71409910F}"/>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56B9FECA-EE46-D87A-F259-E8022C3628B1}"/>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263430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B92FB-DA41-9013-AE3A-5882CEEE8BF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A2620A1-C0CA-1D0E-E85E-5C1326F8CB80}"/>
              </a:ext>
            </a:extLst>
          </p:cNvPr>
          <p:cNvSpPr>
            <a:spLocks noGrp="1"/>
          </p:cNvSpPr>
          <p:nvPr>
            <p:ph type="dt" sz="half" idx="10"/>
          </p:nvPr>
        </p:nvSpPr>
        <p:spPr/>
        <p:txBody>
          <a:bodyPr/>
          <a:lstStyle/>
          <a:p>
            <a:fld id="{E1D0CEA8-D591-4CC9-939A-A3BE6FD93E89}" type="datetime1">
              <a:rPr lang="en-IN" smtClean="0"/>
              <a:t>08-04-2026</a:t>
            </a:fld>
            <a:endParaRPr lang="en-IN" dirty="0"/>
          </a:p>
        </p:txBody>
      </p:sp>
      <p:sp>
        <p:nvSpPr>
          <p:cNvPr id="4" name="Footer Placeholder 3">
            <a:extLst>
              <a:ext uri="{FF2B5EF4-FFF2-40B4-BE49-F238E27FC236}">
                <a16:creationId xmlns:a16="http://schemas.microsoft.com/office/drawing/2014/main" id="{763BD8B1-5363-075D-CDCC-8CAC0A6A78E8}"/>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46E4555F-1DC7-94CF-74D7-21521EE9398A}"/>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996821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497F04-5F5B-E4F7-0A48-A1FBAC01C3C4}"/>
              </a:ext>
            </a:extLst>
          </p:cNvPr>
          <p:cNvSpPr>
            <a:spLocks noGrp="1"/>
          </p:cNvSpPr>
          <p:nvPr>
            <p:ph type="dt" sz="half" idx="10"/>
          </p:nvPr>
        </p:nvSpPr>
        <p:spPr/>
        <p:txBody>
          <a:bodyPr/>
          <a:lstStyle/>
          <a:p>
            <a:fld id="{D2BE2297-DC8B-48E6-B6D6-34773F9A5984}" type="datetime1">
              <a:rPr lang="en-IN" smtClean="0"/>
              <a:t>08-04-2026</a:t>
            </a:fld>
            <a:endParaRPr lang="en-IN" dirty="0"/>
          </a:p>
        </p:txBody>
      </p:sp>
      <p:sp>
        <p:nvSpPr>
          <p:cNvPr id="3" name="Footer Placeholder 2">
            <a:extLst>
              <a:ext uri="{FF2B5EF4-FFF2-40B4-BE49-F238E27FC236}">
                <a16:creationId xmlns:a16="http://schemas.microsoft.com/office/drawing/2014/main" id="{3EDCC3BA-DF88-8CE4-AB31-983A3C796AD3}"/>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2817982A-25A2-0FA2-0BC4-48C8775F8459}"/>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113842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17936-1384-3D53-34C7-E638688EFD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4108029-8ADE-BDA5-4C8D-31C3615564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D6CB47A-C96A-8918-E1EB-9A8DBEC727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65CB0D-C5CF-96B6-5923-222D7E403E92}"/>
              </a:ext>
            </a:extLst>
          </p:cNvPr>
          <p:cNvSpPr>
            <a:spLocks noGrp="1"/>
          </p:cNvSpPr>
          <p:nvPr>
            <p:ph type="dt" sz="half" idx="10"/>
          </p:nvPr>
        </p:nvSpPr>
        <p:spPr/>
        <p:txBody>
          <a:bodyPr/>
          <a:lstStyle/>
          <a:p>
            <a:fld id="{64C2A547-6E4B-4188-9BD5-035CB9C4BCC5}" type="datetime1">
              <a:rPr lang="en-IN" smtClean="0"/>
              <a:t>08-04-2026</a:t>
            </a:fld>
            <a:endParaRPr lang="en-IN" dirty="0"/>
          </a:p>
        </p:txBody>
      </p:sp>
      <p:sp>
        <p:nvSpPr>
          <p:cNvPr id="6" name="Footer Placeholder 5">
            <a:extLst>
              <a:ext uri="{FF2B5EF4-FFF2-40B4-BE49-F238E27FC236}">
                <a16:creationId xmlns:a16="http://schemas.microsoft.com/office/drawing/2014/main" id="{C9A0E17E-D21B-9F95-DB42-019C9AB18CB9}"/>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2431A4E0-3F3F-3857-C2B7-EEDD3DF99CB1}"/>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19239216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EDF05-F2AE-B072-8E2E-CB4CF5B08F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20EF8F1-DFA6-282F-E8CD-83826A12E4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85808D68-B430-9A5B-4A9B-8549EA20AC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002EBD-67C3-A4B8-A83C-896997C53EB8}"/>
              </a:ext>
            </a:extLst>
          </p:cNvPr>
          <p:cNvSpPr>
            <a:spLocks noGrp="1"/>
          </p:cNvSpPr>
          <p:nvPr>
            <p:ph type="dt" sz="half" idx="10"/>
          </p:nvPr>
        </p:nvSpPr>
        <p:spPr/>
        <p:txBody>
          <a:bodyPr/>
          <a:lstStyle/>
          <a:p>
            <a:fld id="{02706E29-16A1-4AAE-B55B-4E3DB7265605}" type="datetime1">
              <a:rPr lang="en-IN" smtClean="0"/>
              <a:t>08-04-2026</a:t>
            </a:fld>
            <a:endParaRPr lang="en-IN" dirty="0"/>
          </a:p>
        </p:txBody>
      </p:sp>
      <p:sp>
        <p:nvSpPr>
          <p:cNvPr id="6" name="Footer Placeholder 5">
            <a:extLst>
              <a:ext uri="{FF2B5EF4-FFF2-40B4-BE49-F238E27FC236}">
                <a16:creationId xmlns:a16="http://schemas.microsoft.com/office/drawing/2014/main" id="{92B00B68-5333-C602-6799-3D1B2E434B21}"/>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304925F4-1AF9-E8B5-0534-4714B5FAF5DD}"/>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4799969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011F1-D172-AE20-8D21-0A938E210EF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E8E52B7-EB5E-AF2A-3525-5B4BBFD15A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6D7DCF-1783-47F8-CDB8-8B7167ECD0D8}"/>
              </a:ext>
            </a:extLst>
          </p:cNvPr>
          <p:cNvSpPr>
            <a:spLocks noGrp="1"/>
          </p:cNvSpPr>
          <p:nvPr>
            <p:ph type="dt" sz="half" idx="10"/>
          </p:nvPr>
        </p:nvSpPr>
        <p:spPr/>
        <p:txBody>
          <a:bodyPr/>
          <a:lstStyle/>
          <a:p>
            <a:fld id="{3FC26915-BE00-456E-A9CA-DB9FE1FD674A}" type="datetime1">
              <a:rPr lang="en-IN" smtClean="0"/>
              <a:t>08-04-2026</a:t>
            </a:fld>
            <a:endParaRPr lang="en-IN" dirty="0"/>
          </a:p>
        </p:txBody>
      </p:sp>
      <p:sp>
        <p:nvSpPr>
          <p:cNvPr id="5" name="Footer Placeholder 4">
            <a:extLst>
              <a:ext uri="{FF2B5EF4-FFF2-40B4-BE49-F238E27FC236}">
                <a16:creationId xmlns:a16="http://schemas.microsoft.com/office/drawing/2014/main" id="{F46968A7-C083-F20B-0369-2067E75DE54C}"/>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7255429C-96E8-1064-0F87-6D95D15F9384}"/>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448761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A47F57-697A-B97E-DD3A-2910D126C5B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73F252A-D3F9-0BB4-D962-668169761B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B93D65-8824-8EBE-4CB8-E4D7750FE881}"/>
              </a:ext>
            </a:extLst>
          </p:cNvPr>
          <p:cNvSpPr>
            <a:spLocks noGrp="1"/>
          </p:cNvSpPr>
          <p:nvPr>
            <p:ph type="dt" sz="half" idx="10"/>
          </p:nvPr>
        </p:nvSpPr>
        <p:spPr/>
        <p:txBody>
          <a:bodyPr/>
          <a:lstStyle/>
          <a:p>
            <a:fld id="{FAA2D233-408A-4415-B919-B7ECAA5043E2}" type="datetime1">
              <a:rPr lang="en-IN" smtClean="0"/>
              <a:t>08-04-2026</a:t>
            </a:fld>
            <a:endParaRPr lang="en-IN" dirty="0"/>
          </a:p>
        </p:txBody>
      </p:sp>
      <p:sp>
        <p:nvSpPr>
          <p:cNvPr id="5" name="Footer Placeholder 4">
            <a:extLst>
              <a:ext uri="{FF2B5EF4-FFF2-40B4-BE49-F238E27FC236}">
                <a16:creationId xmlns:a16="http://schemas.microsoft.com/office/drawing/2014/main" id="{2A1EA1BA-06A5-9F5B-136C-80EDFD72EB63}"/>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B163C8CA-61F8-0704-0F6E-DDDD2B9987DD}"/>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748782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09843D-C7AC-7DCA-D2A1-30C29BBAB6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62A0867-11DA-F019-8907-1B3D8BD7C7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0DD53F-CA45-CCAE-9ADB-5B0F61393A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AC608B-7A9F-4336-97A2-89908E443DAD}" type="datetime1">
              <a:rPr lang="en-IN" smtClean="0"/>
              <a:t>08-04-2026</a:t>
            </a:fld>
            <a:endParaRPr lang="en-IN" dirty="0"/>
          </a:p>
        </p:txBody>
      </p:sp>
      <p:sp>
        <p:nvSpPr>
          <p:cNvPr id="5" name="Footer Placeholder 4">
            <a:extLst>
              <a:ext uri="{FF2B5EF4-FFF2-40B4-BE49-F238E27FC236}">
                <a16:creationId xmlns:a16="http://schemas.microsoft.com/office/drawing/2014/main" id="{1C91FF70-F320-3E09-D811-B610D38CEA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999947EA-7073-9466-0549-46E86F1C89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2F6845-8F47-4AB8-B9CE-96D88E741707}" type="slidenum">
              <a:rPr lang="en-IN" smtClean="0"/>
              <a:t>‹#›</a:t>
            </a:fld>
            <a:endParaRPr lang="en-IN" dirty="0"/>
          </a:p>
        </p:txBody>
      </p:sp>
    </p:spTree>
    <p:extLst>
      <p:ext uri="{BB962C8B-B14F-4D97-AF65-F5344CB8AC3E}">
        <p14:creationId xmlns:p14="http://schemas.microsoft.com/office/powerpoint/2010/main" val="2041945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0.xml.rels><?xml version="1.0" encoding="UTF-8" standalone="yes"?>
<Relationships xmlns="http://schemas.openxmlformats.org/package/2006/relationships"><Relationship Id="rId2" Type="http://schemas.openxmlformats.org/officeDocument/2006/relationships/hyperlink" Target="https://github.com/Jann-2004/Internship-Work-Adwaith_20221CBC0017"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90" name="Google Shape;90;p13"/>
          <p:cNvSpPr txBox="1"/>
          <p:nvPr/>
        </p:nvSpPr>
        <p:spPr>
          <a:xfrm>
            <a:off x="6525369" y="2109718"/>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lvl="0">
              <a:spcBef>
                <a:spcPts val="340"/>
              </a:spcBef>
              <a:buClr>
                <a:srgbClr val="17365D"/>
              </a:buClr>
              <a:buSzPts val="1700"/>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Dr. </a:t>
            </a:r>
            <a:r>
              <a:rPr lang="en-IN" dirty="0" err="1"/>
              <a:t>Shanmugarathinam</a:t>
            </a:r>
            <a:r>
              <a:rPr lang="en-IN" dirty="0"/>
              <a:t> 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Professor, </a:t>
            </a: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School of CSE</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156411" y="4130278"/>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2000" b="1" i="0" u="none" strike="noStrike" cap="none" dirty="0" err="1">
                <a:solidFill>
                  <a:schemeClr val="accent1"/>
                </a:solidFill>
                <a:latin typeface="Cambria" panose="02040503050406030204" pitchFamily="18" charset="0"/>
                <a:ea typeface="Cambria" panose="02040503050406030204" pitchFamily="18" charset="0"/>
                <a:cs typeface="Verdana"/>
                <a:sym typeface="Verdana"/>
              </a:rPr>
              <a:t>B.Tech</a:t>
            </a:r>
            <a:endPar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IN" sz="2000" b="1" dirty="0">
                <a:solidFill>
                  <a:srgbClr val="0070C0"/>
                </a:solidFill>
              </a:rPr>
              <a:t>Dr. </a:t>
            </a:r>
            <a:r>
              <a:rPr lang="en-IN" sz="2000" b="1" dirty="0" err="1">
                <a:solidFill>
                  <a:srgbClr val="0070C0"/>
                </a:solidFill>
              </a:rPr>
              <a:t>Pravinth</a:t>
            </a:r>
            <a:r>
              <a:rPr lang="en-IN" sz="2000" b="1" dirty="0">
                <a:solidFill>
                  <a:srgbClr val="0070C0"/>
                </a:solidFill>
              </a:rPr>
              <a:t> Raja</a:t>
            </a:r>
            <a:endParaRPr lang="en-US" sz="2000" b="1" dirty="0">
              <a:solidFill>
                <a:srgbClr val="0070C0"/>
              </a:solidFill>
              <a:latin typeface="Cambria" panose="02040503050406030204" pitchFamily="18" charset="0"/>
              <a:ea typeface="Cambria" panose="02040503050406030204" pitchFamily="18" charset="0"/>
              <a:cs typeface="Verdana"/>
              <a:sym typeface="Verdana"/>
            </a:endParaRPr>
          </a:p>
          <a:p>
            <a:pPr marL="0" marR="0" lvl="0" indent="0" rtl="0">
              <a:spcBef>
                <a:spcPts val="0"/>
              </a:spcBef>
              <a:spcAft>
                <a:spcPts val="0"/>
              </a:spcAft>
              <a:buClr>
                <a:srgbClr val="17365D"/>
              </a:buClr>
              <a:buSzPct val="100000"/>
              <a:buFont typeface="Arial"/>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Internship Coordinator: </a:t>
            </a:r>
            <a:r>
              <a:rPr lang="en-US" sz="2000" b="1" i="0" u="none" strike="noStrike" cap="none" dirty="0" err="1">
                <a:solidFill>
                  <a:schemeClr val="accent1"/>
                </a:solidFill>
                <a:latin typeface="Cambria" panose="02040503050406030204" pitchFamily="18" charset="0"/>
                <a:ea typeface="Cambria" panose="02040503050406030204" pitchFamily="18" charset="0"/>
                <a:cs typeface="Verdana"/>
                <a:sym typeface="Verdana"/>
              </a:rPr>
              <a:t>Ms</a:t>
            </a: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 Nisha Robin Rohit</a:t>
            </a: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School Internship Coordinator: </a:t>
            </a:r>
            <a:r>
              <a:rPr lang="en-US" sz="2000" b="1" dirty="0">
                <a:solidFill>
                  <a:srgbClr val="0070C0"/>
                </a:solidFill>
                <a:latin typeface="Cambria" panose="02040503050406030204" pitchFamily="18" charset="0"/>
                <a:ea typeface="Cambria" panose="02040503050406030204" pitchFamily="18" charset="0"/>
                <a:cs typeface="Verdana"/>
                <a:sym typeface="Verdana"/>
              </a:rPr>
              <a:t>Dr. Md Ziaur Rahman</a:t>
            </a:r>
          </a:p>
          <a:p>
            <a:pPr lvl="0">
              <a:buClr>
                <a:srgbClr val="17365D"/>
              </a:buClr>
              <a:buSzPct val="100000"/>
            </a:pPr>
            <a:r>
              <a:rPr lang="en-US" sz="2000" b="1" dirty="0">
                <a:latin typeface="Cambria" panose="02040503050406030204" pitchFamily="18" charset="0"/>
                <a:ea typeface="Cambria" panose="02040503050406030204" pitchFamily="18" charset="0"/>
                <a:cs typeface="Verdana"/>
                <a:sym typeface="Verdana"/>
              </a:rPr>
              <a:t> 													</a:t>
            </a:r>
            <a:endParaRPr sz="20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
        <p:nvSpPr>
          <p:cNvPr id="9" name="Title 1"/>
          <p:cNvSpPr txBox="1">
            <a:spLocks/>
          </p:cNvSpPr>
          <p:nvPr/>
        </p:nvSpPr>
        <p:spPr>
          <a:xfrm>
            <a:off x="838200" y="130629"/>
            <a:ext cx="10515600" cy="156006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altLang="en-US" dirty="0">
                <a:solidFill>
                  <a:schemeClr val="accent1">
                    <a:lumMod val="75000"/>
                  </a:schemeClr>
                </a:solidFill>
                <a:latin typeface="Times New Roman"/>
                <a:cs typeface="Times New Roman"/>
              </a:rPr>
              <a:t>CSE7302 - INTERNSHIP</a:t>
            </a:r>
            <a:br>
              <a:rPr lang="en-IN" dirty="0">
                <a:latin typeface="Times New Roman" panose="02020603050405020304" pitchFamily="18" charset="0"/>
                <a:cs typeface="Times New Roman" panose="02020603050405020304" pitchFamily="18" charset="0"/>
              </a:rPr>
            </a:br>
            <a:r>
              <a:rPr lang="en-US" sz="2400" dirty="0">
                <a:solidFill>
                  <a:srgbClr val="0070C0"/>
                </a:solidFill>
                <a:latin typeface="Times New Roman"/>
                <a:ea typeface="Tahoma"/>
                <a:cs typeface="Times New Roman"/>
              </a:rPr>
              <a:t>Review-IV Presentation </a:t>
            </a:r>
            <a:br>
              <a:rPr lang="en-US" sz="2400" dirty="0">
                <a:latin typeface="Times New Roman" panose="02020603050405020304" pitchFamily="18" charset="0"/>
                <a:ea typeface="Tahoma" pitchFamily="34" charset="0"/>
                <a:cs typeface="Times New Roman" panose="02020603050405020304" pitchFamily="18" charset="0"/>
              </a:rPr>
            </a:br>
            <a:r>
              <a:rPr lang="en-US" sz="2400" dirty="0">
                <a:solidFill>
                  <a:srgbClr val="0070C0"/>
                </a:solidFill>
                <a:latin typeface="Times New Roman"/>
                <a:ea typeface="Tahoma"/>
                <a:cs typeface="Times New Roman"/>
              </a:rPr>
              <a:t>CLIENT SUCCESS INTERN</a:t>
            </a:r>
            <a:br>
              <a:rPr lang="en-US" sz="2400" dirty="0">
                <a:latin typeface="Times New Roman" panose="02020603050405020304" pitchFamily="18" charset="0"/>
                <a:ea typeface="Tahoma" pitchFamily="34"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358619771"/>
              </p:ext>
            </p:extLst>
          </p:nvPr>
        </p:nvGraphicFramePr>
        <p:xfrm>
          <a:off x="601909" y="1911875"/>
          <a:ext cx="5321552" cy="1463040"/>
        </p:xfrm>
        <a:graphic>
          <a:graphicData uri="http://schemas.openxmlformats.org/drawingml/2006/table">
            <a:tbl>
              <a:tblPr firstRow="1" bandRow="1">
                <a:tableStyleId>{5C22544A-7EE6-4342-B048-85BDC9FD1C3A}</a:tableStyleId>
              </a:tblPr>
              <a:tblGrid>
                <a:gridCol w="1371270">
                  <a:extLst>
                    <a:ext uri="{9D8B030D-6E8A-4147-A177-3AD203B41FA5}">
                      <a16:colId xmlns:a16="http://schemas.microsoft.com/office/drawing/2014/main" val="2689928737"/>
                    </a:ext>
                  </a:extLst>
                </a:gridCol>
                <a:gridCol w="3950282">
                  <a:extLst>
                    <a:ext uri="{9D8B030D-6E8A-4147-A177-3AD203B41FA5}">
                      <a16:colId xmlns:a16="http://schemas.microsoft.com/office/drawing/2014/main" val="3965538731"/>
                    </a:ext>
                  </a:extLst>
                </a:gridCol>
              </a:tblGrid>
              <a:tr h="362263">
                <a:tc gridSpan="2">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Student Details</a:t>
                      </a:r>
                    </a:p>
                  </a:txBody>
                  <a:tcPr/>
                </a:tc>
                <a:tc hMerge="1">
                  <a:txBody>
                    <a:bodyPr/>
                    <a:lstStyle/>
                    <a:p>
                      <a:pPr algn="ct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65105319"/>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Name</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ADWAITH SAI KRISHNA PANDA</a:t>
                      </a:r>
                    </a:p>
                  </a:txBody>
                  <a:tcPr/>
                </a:tc>
                <a:extLst>
                  <a:ext uri="{0D108BD9-81ED-4DB2-BD59-A6C34878D82A}">
                    <a16:rowId xmlns:a16="http://schemas.microsoft.com/office/drawing/2014/main" val="673540802"/>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Roll No</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20221CBC0017</a:t>
                      </a:r>
                    </a:p>
                  </a:txBody>
                  <a:tcPr/>
                </a:tc>
                <a:extLst>
                  <a:ext uri="{0D108BD9-81ED-4DB2-BD59-A6C34878D82A}">
                    <a16:rowId xmlns:a16="http://schemas.microsoft.com/office/drawing/2014/main" val="1825509489"/>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Section</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8 CBC-1</a:t>
                      </a:r>
                    </a:p>
                  </a:txBody>
                  <a:tcPr/>
                </a:tc>
                <a:extLst>
                  <a:ext uri="{0D108BD9-81ED-4DB2-BD59-A6C34878D82A}">
                    <a16:rowId xmlns:a16="http://schemas.microsoft.com/office/drawing/2014/main" val="1278268189"/>
                  </a:ext>
                </a:extLst>
              </a:tr>
            </a:tbl>
          </a:graphicData>
        </a:graphic>
      </p:graphicFrame>
    </p:spTree>
    <p:extLst>
      <p:ext uri="{BB962C8B-B14F-4D97-AF65-F5344CB8AC3E}">
        <p14:creationId xmlns:p14="http://schemas.microsoft.com/office/powerpoint/2010/main" val="3066724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568818" y="902370"/>
            <a:ext cx="10803698" cy="4563482"/>
          </a:xfrm>
          <a:prstGeom prst="rect">
            <a:avLst/>
          </a:prstGeom>
          <a:noFill/>
          <a:ln>
            <a:noFill/>
          </a:ln>
        </p:spPr>
        <p:txBody>
          <a:bodyPr spcFirstLastPara="1" wrap="square" lIns="91425" tIns="45700" rIns="91425" bIns="45700" anchor="t" anchorCtr="0">
            <a:noAutofit/>
          </a:bodyPr>
          <a:lstStyle/>
          <a:p>
            <a:pPr marL="495300" indent="-342900" algn="just">
              <a:lnSpc>
                <a:spcPct val="200000"/>
              </a:lnSpc>
              <a:spcBef>
                <a:spcPts val="0"/>
              </a:spcBef>
              <a:buFont typeface="Wingdings" panose="05000000000000000000" pitchFamily="2" charset="2"/>
              <a:buChar char="Ø"/>
            </a:pPr>
            <a:r>
              <a:rPr lang="en-US" sz="1200" b="1" dirty="0">
                <a:solidFill>
                  <a:srgbClr val="0070C0"/>
                </a:solidFill>
                <a:latin typeface="Times New Roman"/>
                <a:cs typeface="Times New Roman"/>
              </a:rPr>
              <a:t>About Company or Organization</a:t>
            </a:r>
          </a:p>
          <a:p>
            <a:pPr marL="495300" indent="-342900" algn="just">
              <a:lnSpc>
                <a:spcPct val="200000"/>
              </a:lnSpc>
              <a:spcBef>
                <a:spcPts val="0"/>
              </a:spcBef>
              <a:buFont typeface="Wingdings" panose="05000000000000000000" pitchFamily="2" charset="2"/>
              <a:buChar char="Ø"/>
            </a:pPr>
            <a:r>
              <a:rPr lang="en-IN" sz="1200" b="1" dirty="0">
                <a:solidFill>
                  <a:schemeClr val="accent1">
                    <a:lumMod val="75000"/>
                  </a:schemeClr>
                </a:solidFill>
                <a:latin typeface="Times New Roman"/>
                <a:cs typeface="Times New Roman"/>
              </a:rPr>
              <a:t>Working domain or the technology</a:t>
            </a:r>
            <a:endParaRPr lang="en-US" sz="1200" b="1">
              <a:solidFill>
                <a:schemeClr val="accent1">
                  <a:lumMod val="75000"/>
                </a:schemeClr>
              </a:solidFill>
              <a:latin typeface="Times New Roman"/>
              <a:ea typeface="Cambria" panose="02040503050406030204" pitchFamily="18" charset="0"/>
              <a:cs typeface="Times New Roman"/>
            </a:endParaRPr>
          </a:p>
          <a:p>
            <a:pPr marL="495300" indent="-342900" algn="just">
              <a:lnSpc>
                <a:spcPct val="200000"/>
              </a:lnSpc>
              <a:spcBef>
                <a:spcPts val="0"/>
              </a:spcBef>
              <a:buFont typeface="Wingdings" panose="05000000000000000000" pitchFamily="2" charset="2"/>
              <a:buChar char="Ø"/>
            </a:pPr>
            <a:r>
              <a:rPr lang="en-IN" sz="1200" b="1" dirty="0">
                <a:solidFill>
                  <a:schemeClr val="accent1">
                    <a:lumMod val="75000"/>
                  </a:schemeClr>
                </a:solidFill>
                <a:latin typeface="Times New Roman"/>
                <a:cs typeface="Times New Roman"/>
              </a:rPr>
              <a:t>About your team and reporting Manager</a:t>
            </a:r>
            <a:endParaRPr lang="en-US" sz="1200" b="1">
              <a:solidFill>
                <a:schemeClr val="accent1">
                  <a:lumMod val="75000"/>
                </a:schemeClr>
              </a:solidFill>
              <a:latin typeface="Times New Roman"/>
              <a:ea typeface="Cambria" panose="02040503050406030204" pitchFamily="18" charset="0"/>
              <a:cs typeface="Times New Roman"/>
            </a:endParaRPr>
          </a:p>
          <a:p>
            <a:pPr marL="495300" indent="-342900" algn="just">
              <a:lnSpc>
                <a:spcPct val="200000"/>
              </a:lnSpc>
              <a:spcBef>
                <a:spcPts val="0"/>
              </a:spcBef>
              <a:buFont typeface="Wingdings" panose="05000000000000000000" pitchFamily="2" charset="2"/>
              <a:buChar char="Ø"/>
            </a:pPr>
            <a:r>
              <a:rPr lang="en-IN" sz="1200" b="1" dirty="0">
                <a:solidFill>
                  <a:schemeClr val="accent1">
                    <a:lumMod val="75000"/>
                  </a:schemeClr>
                </a:solidFill>
                <a:latin typeface="Times New Roman"/>
                <a:cs typeface="Times New Roman"/>
              </a:rPr>
              <a:t>Challenges Faced in Internship</a:t>
            </a:r>
            <a:endParaRPr lang="en-US" sz="1200" b="1">
              <a:solidFill>
                <a:schemeClr val="accent1">
                  <a:lumMod val="75000"/>
                </a:schemeClr>
              </a:solidFill>
              <a:latin typeface="Times New Roman"/>
              <a:ea typeface="Cambria" panose="02040503050406030204" pitchFamily="18" charset="0"/>
              <a:cs typeface="Times New Roman"/>
            </a:endParaRPr>
          </a:p>
          <a:p>
            <a:pPr marL="495300" indent="-342900" algn="just">
              <a:lnSpc>
                <a:spcPct val="200000"/>
              </a:lnSpc>
              <a:spcBef>
                <a:spcPts val="0"/>
              </a:spcBef>
              <a:buFont typeface="Wingdings" panose="05000000000000000000" pitchFamily="2" charset="2"/>
              <a:buChar char="Ø"/>
            </a:pPr>
            <a:r>
              <a:rPr lang="en-IN" sz="1200" b="1" dirty="0">
                <a:solidFill>
                  <a:schemeClr val="accent1">
                    <a:lumMod val="75000"/>
                  </a:schemeClr>
                </a:solidFill>
                <a:latin typeface="Times New Roman"/>
                <a:cs typeface="Times New Roman"/>
              </a:rPr>
              <a:t>Objectives of the work</a:t>
            </a:r>
          </a:p>
          <a:p>
            <a:pPr marL="495300" indent="-342900" algn="just">
              <a:lnSpc>
                <a:spcPct val="200000"/>
              </a:lnSpc>
              <a:spcBef>
                <a:spcPts val="0"/>
              </a:spcBef>
              <a:buFont typeface="Wingdings" panose="05000000000000000000" pitchFamily="2" charset="2"/>
              <a:buChar char="Ø"/>
            </a:pPr>
            <a:r>
              <a:rPr lang="en-IN" sz="1200" b="1" dirty="0">
                <a:solidFill>
                  <a:schemeClr val="accent1">
                    <a:lumMod val="75000"/>
                  </a:schemeClr>
                </a:solidFill>
                <a:latin typeface="Times New Roman"/>
                <a:cs typeface="Times New Roman"/>
              </a:rPr>
              <a:t>Proposed System</a:t>
            </a:r>
          </a:p>
          <a:p>
            <a:pPr marL="495300" indent="-342900" algn="just">
              <a:lnSpc>
                <a:spcPct val="200000"/>
              </a:lnSpc>
              <a:spcBef>
                <a:spcPts val="0"/>
              </a:spcBef>
              <a:buFont typeface="Wingdings" panose="05000000000000000000" pitchFamily="2" charset="2"/>
              <a:buChar char="Ø"/>
            </a:pPr>
            <a:r>
              <a:rPr lang="en-IN" sz="1200" b="1" dirty="0">
                <a:solidFill>
                  <a:schemeClr val="accent1">
                    <a:lumMod val="75000"/>
                  </a:schemeClr>
                </a:solidFill>
                <a:latin typeface="Times New Roman"/>
                <a:cs typeface="Times New Roman"/>
              </a:rPr>
              <a:t>Problem Statement</a:t>
            </a:r>
          </a:p>
          <a:p>
            <a:pPr marL="495300" indent="-342900" algn="just">
              <a:lnSpc>
                <a:spcPct val="200000"/>
              </a:lnSpc>
              <a:spcBef>
                <a:spcPts val="0"/>
              </a:spcBef>
              <a:buFont typeface="Wingdings" panose="05000000000000000000" pitchFamily="2" charset="2"/>
              <a:buChar char="Ø"/>
            </a:pPr>
            <a:r>
              <a:rPr lang="en-IN" sz="1200" b="1" dirty="0">
                <a:solidFill>
                  <a:schemeClr val="accent1">
                    <a:lumMod val="75000"/>
                  </a:schemeClr>
                </a:solidFill>
                <a:latin typeface="Times New Roman"/>
                <a:cs typeface="Times New Roman"/>
              </a:rPr>
              <a:t>System Requirements</a:t>
            </a:r>
          </a:p>
          <a:p>
            <a:pPr marL="495300" indent="-342900" algn="just">
              <a:lnSpc>
                <a:spcPct val="200000"/>
              </a:lnSpc>
              <a:spcBef>
                <a:spcPts val="0"/>
              </a:spcBef>
              <a:buFont typeface="Wingdings" panose="05000000000000000000" pitchFamily="2" charset="2"/>
              <a:buChar char="Ø"/>
            </a:pPr>
            <a:r>
              <a:rPr lang="en-IN" sz="1200" b="1">
                <a:solidFill>
                  <a:schemeClr val="accent1">
                    <a:lumMod val="75000"/>
                  </a:schemeClr>
                </a:solidFill>
                <a:latin typeface="Times New Roman"/>
                <a:cs typeface="Times New Roman"/>
              </a:rPr>
              <a:t>Advantages of proposed System</a:t>
            </a:r>
            <a:endParaRPr lang="en-IN" sz="1200" b="1" dirty="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200000"/>
              </a:lnSpc>
              <a:spcBef>
                <a:spcPts val="0"/>
              </a:spcBef>
              <a:buFont typeface="Wingdings" panose="05000000000000000000" pitchFamily="2" charset="2"/>
              <a:buChar char="Ø"/>
            </a:pPr>
            <a:r>
              <a:rPr lang="en-IN" sz="1200" b="1">
                <a:solidFill>
                  <a:schemeClr val="accent1">
                    <a:lumMod val="75000"/>
                  </a:schemeClr>
                </a:solidFill>
                <a:latin typeface="Times New Roman"/>
                <a:cs typeface="Times New Roman"/>
              </a:rPr>
              <a:t>System Design</a:t>
            </a:r>
            <a:endParaRPr lang="en-IN" sz="1200" b="1" dirty="0">
              <a:solidFill>
                <a:schemeClr val="accent1">
                  <a:lumMod val="75000"/>
                </a:schemeClr>
              </a:solidFill>
              <a:latin typeface="Times New Roman"/>
              <a:cs typeface="Times New Roman"/>
            </a:endParaRPr>
          </a:p>
          <a:p>
            <a:pPr marL="495300" indent="-342900" algn="just">
              <a:lnSpc>
                <a:spcPct val="200000"/>
              </a:lnSpc>
              <a:spcBef>
                <a:spcPts val="0"/>
              </a:spcBef>
              <a:buFont typeface="Wingdings" panose="05000000000000000000" pitchFamily="2" charset="2"/>
              <a:buChar char="Ø"/>
            </a:pPr>
            <a:r>
              <a:rPr lang="en-IN" sz="1200" b="1">
                <a:solidFill>
                  <a:schemeClr val="accent1">
                    <a:lumMod val="75000"/>
                  </a:schemeClr>
                </a:solidFill>
                <a:latin typeface="Times New Roman"/>
                <a:cs typeface="Times New Roman"/>
              </a:rPr>
              <a:t>System Implementation</a:t>
            </a:r>
            <a:endParaRPr lang="en-IN" sz="1200" b="1" dirty="0">
              <a:solidFill>
                <a:schemeClr val="accent1">
                  <a:lumMod val="75000"/>
                </a:schemeClr>
              </a:solidFill>
              <a:latin typeface="Times New Roman"/>
              <a:cs typeface="Times New Roman"/>
            </a:endParaRPr>
          </a:p>
          <a:p>
            <a:pPr marL="495300" indent="-342900" algn="just">
              <a:lnSpc>
                <a:spcPct val="200000"/>
              </a:lnSpc>
              <a:spcBef>
                <a:spcPts val="0"/>
              </a:spcBef>
              <a:buFont typeface="Wingdings" panose="05000000000000000000" pitchFamily="2" charset="2"/>
              <a:buChar char="Ø"/>
            </a:pPr>
            <a:r>
              <a:rPr lang="en-IN" sz="1200" b="1" dirty="0">
                <a:solidFill>
                  <a:schemeClr val="accent1">
                    <a:lumMod val="75000"/>
                  </a:schemeClr>
                </a:solidFill>
                <a:latin typeface="Times New Roman"/>
                <a:cs typeface="Times New Roman"/>
              </a:rPr>
              <a:t>Internship Roadmap</a:t>
            </a:r>
          </a:p>
          <a:p>
            <a:pPr marL="495300" indent="-342900" algn="just">
              <a:lnSpc>
                <a:spcPct val="200000"/>
              </a:lnSpc>
              <a:spcBef>
                <a:spcPts val="0"/>
              </a:spcBef>
              <a:buFont typeface="Wingdings" panose="05000000000000000000" pitchFamily="2" charset="2"/>
              <a:buChar char="Ø"/>
            </a:pPr>
            <a:r>
              <a:rPr lang="en-IN" sz="1200" b="1" dirty="0" err="1">
                <a:solidFill>
                  <a:schemeClr val="accent1">
                    <a:lumMod val="75000"/>
                  </a:schemeClr>
                </a:solidFill>
                <a:latin typeface="Times New Roman"/>
                <a:cs typeface="Times New Roman"/>
              </a:rPr>
              <a:t>Github</a:t>
            </a:r>
            <a:r>
              <a:rPr lang="en-IN" sz="1200" b="1" dirty="0">
                <a:solidFill>
                  <a:schemeClr val="accent1">
                    <a:lumMod val="75000"/>
                  </a:schemeClr>
                </a:solidFill>
                <a:latin typeface="Times New Roman"/>
                <a:cs typeface="Times New Roman"/>
              </a:rPr>
              <a:t> Link</a:t>
            </a:r>
            <a:endParaRPr lang="en-US" sz="1200" b="1">
              <a:solidFill>
                <a:schemeClr val="accent1">
                  <a:lumMod val="75000"/>
                </a:schemeClr>
              </a:solidFill>
              <a:latin typeface="Times New Roman"/>
              <a:ea typeface="Cambria" panose="02040503050406030204" pitchFamily="18" charset="0"/>
              <a:cs typeface="Times New Roman"/>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sz="1200"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5169930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4"/>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About Company or Organization</a:t>
            </a:r>
          </a:p>
        </p:txBody>
      </p:sp>
      <p:sp>
        <p:nvSpPr>
          <p:cNvPr id="3" name="Content Placeholder 2"/>
          <p:cNvSpPr>
            <a:spLocks noGrp="1"/>
          </p:cNvSpPr>
          <p:nvPr>
            <p:ph idx="1"/>
          </p:nvPr>
        </p:nvSpPr>
        <p:spPr>
          <a:xfrm>
            <a:off x="838200" y="1045031"/>
            <a:ext cx="10515600" cy="4193176"/>
          </a:xfrm>
        </p:spPr>
        <p:txBody>
          <a:bodyPr>
            <a:normAutofit fontScale="77500" lnSpcReduction="20000"/>
          </a:bodyPr>
          <a:lstStyle/>
          <a:p>
            <a:r>
              <a:rPr lang="en-US" dirty="0"/>
              <a:t>Talent Recruit is an advanced Recruitment and Onboarding platform designed to simplify, automate, and enhance the entire hiring lifecycle. It leverages cutting-edge technologies such as Machine Learning and Artificial Intelligence to help organizations attract, screen, evaluate, and hire the right talent efficiently and accurately.</a:t>
            </a:r>
          </a:p>
          <a:p>
            <a:r>
              <a:rPr lang="en-US" dirty="0"/>
              <a:t>One of its key highlights is </a:t>
            </a:r>
            <a:r>
              <a:rPr lang="en-US" b="1" dirty="0"/>
              <a:t>ERIKA – the 24×7 Robotic Recruiter</a:t>
            </a:r>
            <a:r>
              <a:rPr lang="en-US" dirty="0"/>
              <a:t>, which automates candidate engagement, interview scheduling, follow-ups, and communication, ensuring a seamless and responsive recruitment experience for both recruiters and candidates. ERIKA reduces manual effort, improves turnaround time, and enhances candidate satisfaction through continuous availability and intelligent interaction.</a:t>
            </a:r>
          </a:p>
          <a:p>
            <a:r>
              <a:rPr lang="en-US" dirty="0"/>
              <a:t>Talent Recruit enables recruiters to manage job postings, track applications, shortlist candidates, conduct assessments, schedule interviews, and complete onboarding processes within a single integrated platform. Its AI-driven analytics and smart recommendations help recruiters make data-driven hiring decisions, minimize bias, and improve overall hiring quality.</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3</a:t>
            </a:fld>
            <a:endParaRPr lang="en-US" altLang="en-US"/>
          </a:p>
        </p:txBody>
      </p:sp>
    </p:spTree>
    <p:extLst>
      <p:ext uri="{BB962C8B-B14F-4D97-AF65-F5344CB8AC3E}">
        <p14:creationId xmlns:p14="http://schemas.microsoft.com/office/powerpoint/2010/main" val="1558138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26F16-9B02-D95E-4BBD-3B665E9C5811}"/>
              </a:ext>
            </a:extLst>
          </p:cNvPr>
          <p:cNvSpPr>
            <a:spLocks noGrp="1"/>
          </p:cNvSpPr>
          <p:nvPr>
            <p:ph type="title"/>
          </p:nvPr>
        </p:nvSpPr>
        <p:spPr/>
        <p:txBody>
          <a:bodyPr/>
          <a:lstStyle/>
          <a:p>
            <a:r>
              <a:rPr lang="en-IN" b="1" dirty="0">
                <a:solidFill>
                  <a:srgbClr val="0070C0"/>
                </a:solidFill>
              </a:rPr>
              <a:t>Our Clients</a:t>
            </a:r>
          </a:p>
        </p:txBody>
      </p:sp>
      <p:sp>
        <p:nvSpPr>
          <p:cNvPr id="4" name="Date Placeholder 3">
            <a:extLst>
              <a:ext uri="{FF2B5EF4-FFF2-40B4-BE49-F238E27FC236}">
                <a16:creationId xmlns:a16="http://schemas.microsoft.com/office/drawing/2014/main" id="{86450461-B418-1365-9763-60F3EE20C44A}"/>
              </a:ext>
            </a:extLst>
          </p:cNvPr>
          <p:cNvSpPr>
            <a:spLocks noGrp="1"/>
          </p:cNvSpPr>
          <p:nvPr>
            <p:ph type="dt" sz="half" idx="10"/>
          </p:nvPr>
        </p:nvSpPr>
        <p:spPr/>
        <p:txBody>
          <a:bodyPr/>
          <a:lstStyle/>
          <a:p>
            <a:fld id="{864BFFB7-4443-4602-A990-B076C1CFE86C}" type="datetime1">
              <a:rPr lang="en-IN" smtClean="0"/>
              <a:pPr/>
              <a:t>08-04-2026</a:t>
            </a:fld>
            <a:endParaRPr lang="en-IN" dirty="0"/>
          </a:p>
        </p:txBody>
      </p:sp>
      <p:sp>
        <p:nvSpPr>
          <p:cNvPr id="5" name="Slide Number Placeholder 4">
            <a:extLst>
              <a:ext uri="{FF2B5EF4-FFF2-40B4-BE49-F238E27FC236}">
                <a16:creationId xmlns:a16="http://schemas.microsoft.com/office/drawing/2014/main" id="{6B696359-975F-C84B-EFA2-C1CC2406D3C4}"/>
              </a:ext>
            </a:extLst>
          </p:cNvPr>
          <p:cNvSpPr>
            <a:spLocks noGrp="1"/>
          </p:cNvSpPr>
          <p:nvPr>
            <p:ph type="sldNum" sz="quarter" idx="12"/>
          </p:nvPr>
        </p:nvSpPr>
        <p:spPr/>
        <p:txBody>
          <a:bodyPr/>
          <a:lstStyle/>
          <a:p>
            <a:fld id="{F32F6845-8F47-4AB8-B9CE-96D88E741707}" type="slidenum">
              <a:rPr lang="en-IN" smtClean="0"/>
              <a:pPr/>
              <a:t>4</a:t>
            </a:fld>
            <a:endParaRPr lang="en-IN" dirty="0"/>
          </a:p>
        </p:txBody>
      </p:sp>
      <p:pic>
        <p:nvPicPr>
          <p:cNvPr id="8" name="Content Placeholder 7">
            <a:extLst>
              <a:ext uri="{FF2B5EF4-FFF2-40B4-BE49-F238E27FC236}">
                <a16:creationId xmlns:a16="http://schemas.microsoft.com/office/drawing/2014/main" id="{83403C6B-8DE1-3CCA-D578-3BFCC32ECC90}"/>
              </a:ext>
            </a:extLst>
          </p:cNvPr>
          <p:cNvPicPr>
            <a:picLocks noGrp="1" noChangeAspect="1"/>
          </p:cNvPicPr>
          <p:nvPr>
            <p:ph idx="1"/>
          </p:nvPr>
        </p:nvPicPr>
        <p:blipFill>
          <a:blip r:embed="rId2"/>
          <a:stretch>
            <a:fillRect/>
          </a:stretch>
        </p:blipFill>
        <p:spPr>
          <a:xfrm>
            <a:off x="1343025" y="1573698"/>
            <a:ext cx="8564014" cy="4351338"/>
          </a:xfrm>
          <a:prstGeom prst="rect">
            <a:avLst/>
          </a:prstGeom>
        </p:spPr>
      </p:pic>
    </p:spTree>
    <p:extLst>
      <p:ext uri="{BB962C8B-B14F-4D97-AF65-F5344CB8AC3E}">
        <p14:creationId xmlns:p14="http://schemas.microsoft.com/office/powerpoint/2010/main" val="20218584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5</a:t>
            </a:fld>
            <a:endParaRPr lang="en-US" altLang="en-US"/>
          </a:p>
        </p:txBody>
      </p:sp>
      <p:sp>
        <p:nvSpPr>
          <p:cNvPr id="6" name="Rectangle 2">
            <a:extLst>
              <a:ext uri="{FF2B5EF4-FFF2-40B4-BE49-F238E27FC236}">
                <a16:creationId xmlns:a16="http://schemas.microsoft.com/office/drawing/2014/main" id="{42114C0D-E5DB-21A5-0FB4-50ABEA461457}"/>
              </a:ext>
            </a:extLst>
          </p:cNvPr>
          <p:cNvSpPr>
            <a:spLocks noGrp="1" noChangeArrowheads="1"/>
          </p:cNvSpPr>
          <p:nvPr>
            <p:ph idx="1"/>
          </p:nvPr>
        </p:nvSpPr>
        <p:spPr bwMode="auto">
          <a:xfrm>
            <a:off x="838200" y="1474162"/>
            <a:ext cx="8608447"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Artificial Intelligence (AI) for intelligent recruitment automation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Machine Learning (ML) for resume screening and candidate ranking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Natural Language Processing (NLP) for chatbot and candidate interaction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Applicant Tracking System (ATS) architecture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SaaS (Software as a Service) cloud-based platform model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Database Management Systems for candidate and job data storage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REST APIs for integration with job portals and communication tools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Chatbot Technology (ERIKA – Robotic Recruiter)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Recruitment Analytics and Reporting Dashboards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Workflow Automation Systems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58682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6</a:t>
            </a:fld>
            <a:endParaRPr lang="en-US" altLang="en-US"/>
          </a:p>
        </p:txBody>
      </p:sp>
      <p:sp>
        <p:nvSpPr>
          <p:cNvPr id="5" name="Rectangle 1">
            <a:extLst>
              <a:ext uri="{FF2B5EF4-FFF2-40B4-BE49-F238E27FC236}">
                <a16:creationId xmlns:a16="http://schemas.microsoft.com/office/drawing/2014/main" id="{A6C23148-55A8-9463-AB94-8ED139A9A87C}"/>
              </a:ext>
            </a:extLst>
          </p:cNvPr>
          <p:cNvSpPr>
            <a:spLocks noGrp="1" noChangeArrowheads="1"/>
          </p:cNvSpPr>
          <p:nvPr>
            <p:ph idx="1"/>
          </p:nvPr>
        </p:nvSpPr>
        <p:spPr bwMode="auto">
          <a:xfrm>
            <a:off x="838200" y="1443385"/>
            <a:ext cx="9518247"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Team Structure, Project, Reporting &amp; Technology Understanding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Our team consists of 9 members, guided by our Reporting Manager, </a:t>
            </a:r>
            <a:r>
              <a:rPr kumimoji="0" lang="en-US" altLang="en-US" sz="1600" b="1" i="0" u="none" strike="noStrike" cap="none" normalizeH="0" baseline="0" dirty="0">
                <a:ln>
                  <a:noFill/>
                </a:ln>
                <a:solidFill>
                  <a:schemeClr val="tx1"/>
                </a:solidFill>
                <a:effectLst/>
                <a:latin typeface="Arial" panose="020B0604020202020204" pitchFamily="34" charset="0"/>
              </a:rPr>
              <a:t>Mr. Ashish </a:t>
            </a:r>
            <a:r>
              <a:rPr kumimoji="0" lang="en-US" altLang="en-US" sz="1600" b="1" i="0" u="none" strike="noStrike" cap="none" normalizeH="0" baseline="0" dirty="0" err="1">
                <a:ln>
                  <a:noFill/>
                </a:ln>
                <a:solidFill>
                  <a:schemeClr val="tx1"/>
                </a:solidFill>
                <a:effectLst/>
                <a:latin typeface="Arial" panose="020B0604020202020204" pitchFamily="34" charset="0"/>
              </a:rPr>
              <a:t>Meridatta</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Currently, we are in the training phase on the company’s </a:t>
            </a:r>
            <a:r>
              <a:rPr kumimoji="0" lang="en-US" altLang="en-US" sz="1600" b="1" i="0" u="none" strike="noStrike" cap="none" normalizeH="0" baseline="0" dirty="0">
                <a:ln>
                  <a:noFill/>
                </a:ln>
                <a:solidFill>
                  <a:schemeClr val="tx1"/>
                </a:solidFill>
                <a:effectLst/>
                <a:latin typeface="Arial" panose="020B0604020202020204" pitchFamily="34" charset="0"/>
              </a:rPr>
              <a:t>ATS (Applicant Tracking System) product</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We are learning how each technology supports the recruitment process: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Technology Understanding:</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AI &amp; ML:</a:t>
            </a:r>
            <a:r>
              <a:rPr kumimoji="0" lang="en-US" altLang="en-US" sz="1600" b="0" i="0" u="none" strike="noStrike" cap="none" normalizeH="0" baseline="0" dirty="0">
                <a:ln>
                  <a:noFill/>
                </a:ln>
                <a:solidFill>
                  <a:schemeClr val="tx1"/>
                </a:solidFill>
                <a:effectLst/>
                <a:latin typeface="Arial" panose="020B0604020202020204" pitchFamily="34" charset="0"/>
              </a:rPr>
              <a:t> Helps in resume screening and candidate ranking.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NLP:</a:t>
            </a:r>
            <a:r>
              <a:rPr kumimoji="0" lang="en-US" altLang="en-US" sz="1600" b="0" i="0" u="none" strike="noStrike" cap="none" normalizeH="0" baseline="0" dirty="0">
                <a:ln>
                  <a:noFill/>
                </a:ln>
                <a:solidFill>
                  <a:schemeClr val="tx1"/>
                </a:solidFill>
                <a:effectLst/>
                <a:latin typeface="Arial" panose="020B0604020202020204" pitchFamily="34" charset="0"/>
              </a:rPr>
              <a:t> Enables chatbot communication and candidate interaction.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ATS Workflow:</a:t>
            </a:r>
            <a:r>
              <a:rPr kumimoji="0" lang="en-US" altLang="en-US" sz="1600" b="0" i="0" u="none" strike="noStrike" cap="none" normalizeH="0" baseline="0" dirty="0">
                <a:ln>
                  <a:noFill/>
                </a:ln>
                <a:solidFill>
                  <a:schemeClr val="tx1"/>
                </a:solidFill>
                <a:effectLst/>
                <a:latin typeface="Arial" panose="020B0604020202020204" pitchFamily="34" charset="0"/>
              </a:rPr>
              <a:t> Helps track candidates across hiring stages.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Databases:</a:t>
            </a:r>
            <a:r>
              <a:rPr kumimoji="0" lang="en-US" altLang="en-US" sz="1600" b="0" i="0" u="none" strike="noStrike" cap="none" normalizeH="0" baseline="0" dirty="0">
                <a:ln>
                  <a:noFill/>
                </a:ln>
                <a:solidFill>
                  <a:schemeClr val="tx1"/>
                </a:solidFill>
                <a:effectLst/>
                <a:latin typeface="Arial" panose="020B0604020202020204" pitchFamily="34" charset="0"/>
              </a:rPr>
              <a:t> Store and manage candidate and job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APIs:</a:t>
            </a:r>
            <a:r>
              <a:rPr kumimoji="0" lang="en-US" altLang="en-US" sz="1600" b="0" i="0" u="none" strike="noStrike" cap="none" normalizeH="0" baseline="0" dirty="0">
                <a:ln>
                  <a:noFill/>
                </a:ln>
                <a:solidFill>
                  <a:schemeClr val="tx1"/>
                </a:solidFill>
                <a:effectLst/>
                <a:latin typeface="Arial" panose="020B0604020202020204" pitchFamily="34" charset="0"/>
              </a:rPr>
              <a:t> Integrate job portals and communication tools.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Dashboards &amp; Analytics:</a:t>
            </a:r>
            <a:r>
              <a:rPr kumimoji="0" lang="en-US" altLang="en-US" sz="1600" b="0" i="0" u="none" strike="noStrike" cap="none" normalizeH="0" baseline="0" dirty="0">
                <a:ln>
                  <a:noFill/>
                </a:ln>
                <a:solidFill>
                  <a:schemeClr val="tx1"/>
                </a:solidFill>
                <a:effectLst/>
                <a:latin typeface="Arial" panose="020B0604020202020204" pitchFamily="34" charset="0"/>
              </a:rPr>
              <a:t> Provide recruitment performance insights.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This training helps us understand how technology solves real recruitment challenges.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After training, we will be assigned to live projects for practical client exposure.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106966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7</a:t>
            </a:fld>
            <a:endParaRPr lang="en-US" altLang="en-US"/>
          </a:p>
        </p:txBody>
      </p:sp>
      <p:sp>
        <p:nvSpPr>
          <p:cNvPr id="5" name="Rectangle 1">
            <a:extLst>
              <a:ext uri="{FF2B5EF4-FFF2-40B4-BE49-F238E27FC236}">
                <a16:creationId xmlns:a16="http://schemas.microsoft.com/office/drawing/2014/main" id="{6175780F-BEF6-91FC-E465-2EE962D9ABF0}"/>
              </a:ext>
            </a:extLst>
          </p:cNvPr>
          <p:cNvSpPr>
            <a:spLocks noGrp="1" noChangeArrowheads="1"/>
          </p:cNvSpPr>
          <p:nvPr>
            <p:ph idx="1"/>
          </p:nvPr>
        </p:nvSpPr>
        <p:spPr bwMode="auto">
          <a:xfrm>
            <a:off x="735564" y="1699650"/>
            <a:ext cx="10439400" cy="20005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I was selected through my college campus placement process. Clearing the interview with the company’s CCO was a major challenge, as it involved in-depth technical questions, role-based scenarios, and problem-solving assessments. This experience tested my analytical thinking, technical knowledge, and ability to perform under pressure, helping me gain confidence and clarity about industry expectations.</a:t>
            </a:r>
            <a:endParaRPr kumimoji="0" lang="en-US" altLang="en-US" sz="5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06156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8</a:t>
            </a:fld>
            <a:endParaRPr lang="en-US" altLang="en-US"/>
          </a:p>
        </p:txBody>
      </p:sp>
      <p:sp>
        <p:nvSpPr>
          <p:cNvPr id="5" name="Rectangle 1">
            <a:extLst>
              <a:ext uri="{FF2B5EF4-FFF2-40B4-BE49-F238E27FC236}">
                <a16:creationId xmlns:a16="http://schemas.microsoft.com/office/drawing/2014/main" id="{51B647B8-9C90-DF8E-070B-AF40CCA91EA7}"/>
              </a:ext>
            </a:extLst>
          </p:cNvPr>
          <p:cNvSpPr>
            <a:spLocks noGrp="1" noChangeArrowheads="1"/>
          </p:cNvSpPr>
          <p:nvPr>
            <p:ph idx="1"/>
          </p:nvPr>
        </p:nvSpPr>
        <p:spPr bwMode="auto">
          <a:xfrm>
            <a:off x="838200" y="1781938"/>
            <a:ext cx="8878456"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understand ATS system architecture and recruitment workflows.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support AI-based resume parsing and candidate shortlisting processes.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assist in database validation and candidate data management.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ensure accurate workflow automation across hiring stages.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support API-based integrations with job portals and communication tools.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analyze recruitment dashboards and system reports.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help in identifying and resolving basic system-level issues.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improve overall system efficiency and data consistency.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163347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79B7C-EF75-AC9D-02CF-B94E848C3CBA}"/>
              </a:ext>
            </a:extLst>
          </p:cNvPr>
          <p:cNvSpPr>
            <a:spLocks noGrp="1"/>
          </p:cNvSpPr>
          <p:nvPr>
            <p:ph type="title"/>
          </p:nvPr>
        </p:nvSpPr>
        <p:spPr/>
        <p:txBody>
          <a:bodyPr/>
          <a:lstStyle/>
          <a:p>
            <a:r>
              <a:rPr lang="en-IN" b="1" dirty="0">
                <a:solidFill>
                  <a:schemeClr val="accent1"/>
                </a:solidFill>
              </a:rPr>
              <a:t>Proposed System/Work</a:t>
            </a:r>
          </a:p>
        </p:txBody>
      </p:sp>
      <p:sp>
        <p:nvSpPr>
          <p:cNvPr id="3" name="Content Placeholder 2">
            <a:extLst>
              <a:ext uri="{FF2B5EF4-FFF2-40B4-BE49-F238E27FC236}">
                <a16:creationId xmlns:a16="http://schemas.microsoft.com/office/drawing/2014/main" id="{281E496C-3199-5F29-42F9-9C95F4E29D8B}"/>
              </a:ext>
            </a:extLst>
          </p:cNvPr>
          <p:cNvSpPr>
            <a:spLocks noGrp="1"/>
          </p:cNvSpPr>
          <p:nvPr>
            <p:ph idx="1"/>
          </p:nvPr>
        </p:nvSpPr>
        <p:spPr/>
        <p:txBody>
          <a:bodyPr/>
          <a:lstStyle/>
          <a:p>
            <a:r>
              <a:rPr lang="en-IN" dirty="0"/>
              <a:t>AI-Powered Applicant Tracking System</a:t>
            </a:r>
          </a:p>
          <a:p>
            <a:pPr lvl="1"/>
            <a:r>
              <a:rPr lang="en-US" dirty="0"/>
              <a:t>Automated resume screening and candidate ranking</a:t>
            </a:r>
          </a:p>
          <a:p>
            <a:pPr lvl="1"/>
            <a:r>
              <a:rPr lang="en-US" dirty="0"/>
              <a:t>Chatbot-based candidate engagement (ERIKA)</a:t>
            </a:r>
          </a:p>
          <a:p>
            <a:pPr lvl="1"/>
            <a:r>
              <a:rPr lang="en-US" dirty="0"/>
              <a:t>Centralized recruitment workflow management</a:t>
            </a:r>
            <a:endParaRPr lang="en-IN" dirty="0"/>
          </a:p>
          <a:p>
            <a:pPr lvl="1"/>
            <a:r>
              <a:rPr lang="en-IN" dirty="0"/>
              <a:t>Tailored Analytics and insights customize to specific clients and strategic plans</a:t>
            </a:r>
          </a:p>
          <a:p>
            <a:pPr lvl="1"/>
            <a:r>
              <a:rPr lang="en-IN" dirty="0"/>
              <a:t>Power BI and Tableau integrations as per business plans</a:t>
            </a:r>
            <a:endParaRPr lang="en-US" dirty="0"/>
          </a:p>
        </p:txBody>
      </p:sp>
      <p:sp>
        <p:nvSpPr>
          <p:cNvPr id="4" name="Date Placeholder 3">
            <a:extLst>
              <a:ext uri="{FF2B5EF4-FFF2-40B4-BE49-F238E27FC236}">
                <a16:creationId xmlns:a16="http://schemas.microsoft.com/office/drawing/2014/main" id="{81D14EA3-7386-B476-8A0B-C55272381373}"/>
              </a:ext>
            </a:extLst>
          </p:cNvPr>
          <p:cNvSpPr>
            <a:spLocks noGrp="1"/>
          </p:cNvSpPr>
          <p:nvPr>
            <p:ph type="dt" sz="half" idx="10"/>
          </p:nvPr>
        </p:nvSpPr>
        <p:spPr/>
        <p:txBody>
          <a:bodyPr/>
          <a:lstStyle/>
          <a:p>
            <a:fld id="{864BFFB7-4443-4602-A990-B076C1CFE86C}" type="datetime1">
              <a:rPr lang="en-IN" smtClean="0"/>
              <a:pPr/>
              <a:t>08-04-2026</a:t>
            </a:fld>
            <a:endParaRPr lang="en-IN" dirty="0"/>
          </a:p>
        </p:txBody>
      </p:sp>
      <p:sp>
        <p:nvSpPr>
          <p:cNvPr id="5" name="Slide Number Placeholder 4">
            <a:extLst>
              <a:ext uri="{FF2B5EF4-FFF2-40B4-BE49-F238E27FC236}">
                <a16:creationId xmlns:a16="http://schemas.microsoft.com/office/drawing/2014/main" id="{B72CB320-4BD1-2435-7B94-5BDBF1465B87}"/>
              </a:ext>
            </a:extLst>
          </p:cNvPr>
          <p:cNvSpPr>
            <a:spLocks noGrp="1"/>
          </p:cNvSpPr>
          <p:nvPr>
            <p:ph type="sldNum" sz="quarter" idx="12"/>
          </p:nvPr>
        </p:nvSpPr>
        <p:spPr/>
        <p:txBody>
          <a:bodyPr/>
          <a:lstStyle/>
          <a:p>
            <a:fld id="{F32F6845-8F47-4AB8-B9CE-96D88E741707}" type="slidenum">
              <a:rPr lang="en-IN" smtClean="0"/>
              <a:pPr/>
              <a:t>9</a:t>
            </a:fld>
            <a:endParaRPr lang="en-IN" dirty="0"/>
          </a:p>
        </p:txBody>
      </p:sp>
    </p:spTree>
    <p:extLst>
      <p:ext uri="{BB962C8B-B14F-4D97-AF65-F5344CB8AC3E}">
        <p14:creationId xmlns:p14="http://schemas.microsoft.com/office/powerpoint/2010/main" val="35032242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7B0F1-C5AC-1DDC-5370-95BF46F01F4F}"/>
              </a:ext>
            </a:extLst>
          </p:cNvPr>
          <p:cNvSpPr>
            <a:spLocks noGrp="1"/>
          </p:cNvSpPr>
          <p:nvPr>
            <p:ph type="title"/>
          </p:nvPr>
        </p:nvSpPr>
        <p:spPr/>
        <p:txBody>
          <a:bodyPr/>
          <a:lstStyle/>
          <a:p>
            <a:r>
              <a:rPr lang="en-IN" b="1" dirty="0">
                <a:solidFill>
                  <a:schemeClr val="accent1"/>
                </a:solidFill>
              </a:rPr>
              <a:t>Problem Statement</a:t>
            </a:r>
          </a:p>
        </p:txBody>
      </p:sp>
      <p:sp>
        <p:nvSpPr>
          <p:cNvPr id="3" name="Content Placeholder 2">
            <a:extLst>
              <a:ext uri="{FF2B5EF4-FFF2-40B4-BE49-F238E27FC236}">
                <a16:creationId xmlns:a16="http://schemas.microsoft.com/office/drawing/2014/main" id="{776D2105-2724-FE4A-1A98-7C32D25AB961}"/>
              </a:ext>
            </a:extLst>
          </p:cNvPr>
          <p:cNvSpPr>
            <a:spLocks noGrp="1"/>
          </p:cNvSpPr>
          <p:nvPr>
            <p:ph idx="1"/>
          </p:nvPr>
        </p:nvSpPr>
        <p:spPr/>
        <p:txBody>
          <a:bodyPr vert="horz" lIns="91440" tIns="45720" rIns="91440" bIns="45720" rtlCol="0" anchor="t">
            <a:normAutofit fontScale="55000" lnSpcReduction="20000"/>
          </a:bodyPr>
          <a:lstStyle/>
          <a:p>
            <a:r>
              <a:rPr lang="en-US" sz="4400" dirty="0"/>
              <a:t>The existing recruitment analytics process within the Talent Recruit (TR) system lacked an integrated Business Intelligence layer, resulting in heavy dependence on Excel-based data storage and external analysis. Recruitment data was maintained across multiple Excel files, leading to challenges in data consistency, version control, and manual effort in data preparation and reporting. Since analytics were performed outside the TR system, there was no centralized view of key recruitment metrics such as hiring trends, offer acceptance rates, and recruiter performance, limiting real-time visibility and delaying decision-making. Additionally, the absence of seamless integration between the data source and reporting layer created inefficiencies in generating insights, restricted scalability, and reduced the overall effectiveness of data-driven recruitment strategies. This highlighted the need for a unified, automated, and scalable analytics solution embedded directly within the TR system.</a:t>
            </a:r>
            <a:endParaRPr lang="en-US" dirty="0">
              <a:ea typeface="+mn-lt"/>
              <a:cs typeface="+mn-lt"/>
            </a:endParaRPr>
          </a:p>
        </p:txBody>
      </p:sp>
      <p:sp>
        <p:nvSpPr>
          <p:cNvPr id="4" name="Date Placeholder 3">
            <a:extLst>
              <a:ext uri="{FF2B5EF4-FFF2-40B4-BE49-F238E27FC236}">
                <a16:creationId xmlns:a16="http://schemas.microsoft.com/office/drawing/2014/main" id="{8BE8E8A0-8178-A88A-83FE-9BF7A1FC3BB9}"/>
              </a:ext>
            </a:extLst>
          </p:cNvPr>
          <p:cNvSpPr>
            <a:spLocks noGrp="1"/>
          </p:cNvSpPr>
          <p:nvPr>
            <p:ph type="dt" sz="half" idx="10"/>
          </p:nvPr>
        </p:nvSpPr>
        <p:spPr/>
        <p:txBody>
          <a:bodyPr/>
          <a:lstStyle/>
          <a:p>
            <a:fld id="{864BFFB7-4443-4602-A990-B076C1CFE86C}" type="datetime1">
              <a:rPr lang="en-IN" smtClean="0"/>
              <a:pPr/>
              <a:t>08-04-2026</a:t>
            </a:fld>
            <a:endParaRPr lang="en-IN" dirty="0"/>
          </a:p>
        </p:txBody>
      </p:sp>
      <p:sp>
        <p:nvSpPr>
          <p:cNvPr id="5" name="Slide Number Placeholder 4">
            <a:extLst>
              <a:ext uri="{FF2B5EF4-FFF2-40B4-BE49-F238E27FC236}">
                <a16:creationId xmlns:a16="http://schemas.microsoft.com/office/drawing/2014/main" id="{18953F05-65FD-BF4D-BDE3-87888E67C20F}"/>
              </a:ext>
            </a:extLst>
          </p:cNvPr>
          <p:cNvSpPr>
            <a:spLocks noGrp="1"/>
          </p:cNvSpPr>
          <p:nvPr>
            <p:ph type="sldNum" sz="quarter" idx="12"/>
          </p:nvPr>
        </p:nvSpPr>
        <p:spPr/>
        <p:txBody>
          <a:bodyPr/>
          <a:lstStyle/>
          <a:p>
            <a:fld id="{F32F6845-8F47-4AB8-B9CE-96D88E741707}" type="slidenum">
              <a:rPr lang="en-IN" smtClean="0"/>
              <a:pPr/>
              <a:t>10</a:t>
            </a:fld>
            <a:endParaRPr lang="en-IN" dirty="0"/>
          </a:p>
        </p:txBody>
      </p:sp>
    </p:spTree>
    <p:extLst>
      <p:ext uri="{BB962C8B-B14F-4D97-AF65-F5344CB8AC3E}">
        <p14:creationId xmlns:p14="http://schemas.microsoft.com/office/powerpoint/2010/main" val="13252874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7BD94-6E81-3A1A-02F7-0A3222997B82}"/>
              </a:ext>
            </a:extLst>
          </p:cNvPr>
          <p:cNvSpPr>
            <a:spLocks noGrp="1"/>
          </p:cNvSpPr>
          <p:nvPr>
            <p:ph type="title"/>
          </p:nvPr>
        </p:nvSpPr>
        <p:spPr/>
        <p:txBody>
          <a:bodyPr/>
          <a:lstStyle/>
          <a:p>
            <a:r>
              <a:rPr lang="en-IN" b="1" dirty="0">
                <a:solidFill>
                  <a:schemeClr val="accent1"/>
                </a:solidFill>
              </a:rPr>
              <a:t>System Requirements</a:t>
            </a:r>
          </a:p>
        </p:txBody>
      </p:sp>
      <p:sp>
        <p:nvSpPr>
          <p:cNvPr id="3" name="Content Placeholder 2">
            <a:extLst>
              <a:ext uri="{FF2B5EF4-FFF2-40B4-BE49-F238E27FC236}">
                <a16:creationId xmlns:a16="http://schemas.microsoft.com/office/drawing/2014/main" id="{45ADD688-6D72-761C-D604-F28FDD35622B}"/>
              </a:ext>
            </a:extLst>
          </p:cNvPr>
          <p:cNvSpPr>
            <a:spLocks noGrp="1"/>
          </p:cNvSpPr>
          <p:nvPr>
            <p:ph idx="1"/>
          </p:nvPr>
        </p:nvSpPr>
        <p:spPr/>
        <p:txBody>
          <a:bodyPr>
            <a:normAutofit/>
          </a:bodyPr>
          <a:lstStyle/>
          <a:p>
            <a:r>
              <a:rPr lang="en-US" dirty="0"/>
              <a:t>Web-based ATS platform</a:t>
            </a:r>
          </a:p>
          <a:p>
            <a:pPr lvl="1"/>
            <a:r>
              <a:rPr lang="en-US" dirty="0"/>
              <a:t>Cloud infrastructure</a:t>
            </a:r>
          </a:p>
          <a:p>
            <a:pPr lvl="1"/>
            <a:r>
              <a:rPr lang="en-US" dirty="0"/>
              <a:t>Database for candidate and job data</a:t>
            </a:r>
          </a:p>
          <a:p>
            <a:pPr lvl="1"/>
            <a:r>
              <a:rPr lang="en-US" dirty="0"/>
              <a:t>API integrations with job portals and communication tools</a:t>
            </a:r>
          </a:p>
          <a:p>
            <a:endParaRPr lang="en-IN" dirty="0">
              <a:latin typeface="Times New Roman" panose="02020603050405020304" pitchFamily="18" charset="0"/>
              <a:cs typeface="Times New Roman" panose="02020603050405020304" pitchFamily="18" charset="0"/>
            </a:endParaRPr>
          </a:p>
          <a:p>
            <a:r>
              <a:rPr lang="en-IN" dirty="0"/>
              <a:t>Power BI and Tableau API connectivity</a:t>
            </a:r>
          </a:p>
          <a:p>
            <a:pPr lvl="1"/>
            <a:r>
              <a:rPr lang="en-US" dirty="0"/>
              <a:t>Support for Advanced Analytics via REST APIs enabling real time data synchronization</a:t>
            </a:r>
          </a:p>
          <a:p>
            <a:endParaRPr lang="en-IN" dirty="0">
              <a:latin typeface="Times New Roman" panose="02020603050405020304" pitchFamily="18" charset="0"/>
              <a:cs typeface="Times New Roman" panose="02020603050405020304" pitchFamily="18" charset="0"/>
            </a:endParaRPr>
          </a:p>
          <a:p>
            <a:pPr marL="0" indent="0">
              <a:buNone/>
            </a:pPr>
            <a:endParaRPr lang="en-IN" dirty="0"/>
          </a:p>
          <a:p>
            <a:pPr marL="0" indent="0">
              <a:buNone/>
            </a:pPr>
            <a:endParaRPr lang="en-IN" dirty="0"/>
          </a:p>
        </p:txBody>
      </p:sp>
      <p:sp>
        <p:nvSpPr>
          <p:cNvPr id="4" name="Date Placeholder 3">
            <a:extLst>
              <a:ext uri="{FF2B5EF4-FFF2-40B4-BE49-F238E27FC236}">
                <a16:creationId xmlns:a16="http://schemas.microsoft.com/office/drawing/2014/main" id="{7D8B40CD-9A36-C2D5-65FE-85B423A48499}"/>
              </a:ext>
            </a:extLst>
          </p:cNvPr>
          <p:cNvSpPr>
            <a:spLocks noGrp="1"/>
          </p:cNvSpPr>
          <p:nvPr>
            <p:ph type="dt" sz="half" idx="10"/>
          </p:nvPr>
        </p:nvSpPr>
        <p:spPr/>
        <p:txBody>
          <a:bodyPr/>
          <a:lstStyle/>
          <a:p>
            <a:fld id="{864BFFB7-4443-4602-A990-B076C1CFE86C}" type="datetime1">
              <a:rPr lang="en-IN" smtClean="0"/>
              <a:pPr/>
              <a:t>08-04-2026</a:t>
            </a:fld>
            <a:endParaRPr lang="en-IN" dirty="0"/>
          </a:p>
        </p:txBody>
      </p:sp>
      <p:sp>
        <p:nvSpPr>
          <p:cNvPr id="5" name="Slide Number Placeholder 4">
            <a:extLst>
              <a:ext uri="{FF2B5EF4-FFF2-40B4-BE49-F238E27FC236}">
                <a16:creationId xmlns:a16="http://schemas.microsoft.com/office/drawing/2014/main" id="{F5BDB1A4-87AE-E380-14DB-53DCE352C82E}"/>
              </a:ext>
            </a:extLst>
          </p:cNvPr>
          <p:cNvSpPr>
            <a:spLocks noGrp="1"/>
          </p:cNvSpPr>
          <p:nvPr>
            <p:ph type="sldNum" sz="quarter" idx="12"/>
          </p:nvPr>
        </p:nvSpPr>
        <p:spPr/>
        <p:txBody>
          <a:bodyPr/>
          <a:lstStyle/>
          <a:p>
            <a:fld id="{F32F6845-8F47-4AB8-B9CE-96D88E741707}" type="slidenum">
              <a:rPr lang="en-IN" smtClean="0"/>
              <a:pPr/>
              <a:t>11</a:t>
            </a:fld>
            <a:endParaRPr lang="en-IN" dirty="0"/>
          </a:p>
        </p:txBody>
      </p:sp>
    </p:spTree>
    <p:extLst>
      <p:ext uri="{BB962C8B-B14F-4D97-AF65-F5344CB8AC3E}">
        <p14:creationId xmlns:p14="http://schemas.microsoft.com/office/powerpoint/2010/main" val="31153021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20CBC-1283-2764-14EB-B76CBDD56815}"/>
              </a:ext>
            </a:extLst>
          </p:cNvPr>
          <p:cNvSpPr>
            <a:spLocks noGrp="1"/>
          </p:cNvSpPr>
          <p:nvPr>
            <p:ph type="title"/>
          </p:nvPr>
        </p:nvSpPr>
        <p:spPr/>
        <p:txBody>
          <a:bodyPr/>
          <a:lstStyle/>
          <a:p>
            <a:r>
              <a:rPr lang="en-IN" b="1" dirty="0">
                <a:solidFill>
                  <a:schemeClr val="accent1"/>
                </a:solidFill>
              </a:rPr>
              <a:t>System Requirements </a:t>
            </a:r>
            <a:r>
              <a:rPr lang="en-IN" b="1" dirty="0" err="1">
                <a:solidFill>
                  <a:schemeClr val="accent1"/>
                </a:solidFill>
              </a:rPr>
              <a:t>Cont</a:t>
            </a:r>
            <a:r>
              <a:rPr lang="en-IN" b="1" dirty="0">
                <a:solidFill>
                  <a:schemeClr val="accent1"/>
                </a:solidFill>
              </a:rPr>
              <a:t>…</a:t>
            </a:r>
          </a:p>
        </p:txBody>
      </p:sp>
      <p:sp>
        <p:nvSpPr>
          <p:cNvPr id="3" name="Content Placeholder 2">
            <a:extLst>
              <a:ext uri="{FF2B5EF4-FFF2-40B4-BE49-F238E27FC236}">
                <a16:creationId xmlns:a16="http://schemas.microsoft.com/office/drawing/2014/main" id="{88F5E465-62BA-C645-A560-8E89411CE41A}"/>
              </a:ext>
            </a:extLst>
          </p:cNvPr>
          <p:cNvSpPr>
            <a:spLocks noGrp="1"/>
          </p:cNvSpPr>
          <p:nvPr>
            <p:ph idx="1"/>
          </p:nvPr>
        </p:nvSpPr>
        <p:spPr/>
        <p:txBody>
          <a:bodyPr/>
          <a:lstStyle/>
          <a:p>
            <a:r>
              <a:rPr lang="en-IN" dirty="0"/>
              <a:t>Security aspects:</a:t>
            </a:r>
          </a:p>
          <a:p>
            <a:pPr lvl="1"/>
            <a:r>
              <a:rPr lang="en-US" dirty="0"/>
              <a:t>Role based data Access (RBAC)</a:t>
            </a:r>
          </a:p>
          <a:p>
            <a:pPr lvl="1"/>
            <a:r>
              <a:rPr lang="en-US" dirty="0"/>
              <a:t>Securing data Sharing across different clients.</a:t>
            </a:r>
          </a:p>
          <a:p>
            <a:endParaRPr lang="en-IN" dirty="0"/>
          </a:p>
        </p:txBody>
      </p:sp>
      <p:sp>
        <p:nvSpPr>
          <p:cNvPr id="4" name="Date Placeholder 3">
            <a:extLst>
              <a:ext uri="{FF2B5EF4-FFF2-40B4-BE49-F238E27FC236}">
                <a16:creationId xmlns:a16="http://schemas.microsoft.com/office/drawing/2014/main" id="{137B4D43-DBD7-CE7D-98FB-57B1A06BB254}"/>
              </a:ext>
            </a:extLst>
          </p:cNvPr>
          <p:cNvSpPr>
            <a:spLocks noGrp="1"/>
          </p:cNvSpPr>
          <p:nvPr>
            <p:ph type="dt" sz="half" idx="10"/>
          </p:nvPr>
        </p:nvSpPr>
        <p:spPr/>
        <p:txBody>
          <a:bodyPr/>
          <a:lstStyle/>
          <a:p>
            <a:fld id="{864BFFB7-4443-4602-A990-B076C1CFE86C}" type="datetime1">
              <a:rPr lang="en-IN" smtClean="0"/>
              <a:pPr/>
              <a:t>08-04-2026</a:t>
            </a:fld>
            <a:endParaRPr lang="en-IN" dirty="0"/>
          </a:p>
        </p:txBody>
      </p:sp>
      <p:sp>
        <p:nvSpPr>
          <p:cNvPr id="5" name="Slide Number Placeholder 4">
            <a:extLst>
              <a:ext uri="{FF2B5EF4-FFF2-40B4-BE49-F238E27FC236}">
                <a16:creationId xmlns:a16="http://schemas.microsoft.com/office/drawing/2014/main" id="{8D25C9E5-0929-55B5-4431-D05BB8DDFA62}"/>
              </a:ext>
            </a:extLst>
          </p:cNvPr>
          <p:cNvSpPr>
            <a:spLocks noGrp="1"/>
          </p:cNvSpPr>
          <p:nvPr>
            <p:ph type="sldNum" sz="quarter" idx="12"/>
          </p:nvPr>
        </p:nvSpPr>
        <p:spPr/>
        <p:txBody>
          <a:bodyPr/>
          <a:lstStyle/>
          <a:p>
            <a:fld id="{F32F6845-8F47-4AB8-B9CE-96D88E741707}" type="slidenum">
              <a:rPr lang="en-IN" smtClean="0"/>
              <a:pPr/>
              <a:t>12</a:t>
            </a:fld>
            <a:endParaRPr lang="en-IN" dirty="0"/>
          </a:p>
        </p:txBody>
      </p:sp>
    </p:spTree>
    <p:extLst>
      <p:ext uri="{BB962C8B-B14F-4D97-AF65-F5344CB8AC3E}">
        <p14:creationId xmlns:p14="http://schemas.microsoft.com/office/powerpoint/2010/main" val="24472013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215F1-B7AF-212F-3833-65093EC41085}"/>
              </a:ext>
            </a:extLst>
          </p:cNvPr>
          <p:cNvSpPr>
            <a:spLocks noGrp="1"/>
          </p:cNvSpPr>
          <p:nvPr>
            <p:ph type="title"/>
          </p:nvPr>
        </p:nvSpPr>
        <p:spPr/>
        <p:txBody>
          <a:bodyPr/>
          <a:lstStyle/>
          <a:p>
            <a:r>
              <a:rPr lang="en-IN" b="1" dirty="0">
                <a:solidFill>
                  <a:schemeClr val="accent1"/>
                </a:solidFill>
              </a:rPr>
              <a:t>Advantages of proposed System/Work</a:t>
            </a:r>
          </a:p>
        </p:txBody>
      </p:sp>
      <p:sp>
        <p:nvSpPr>
          <p:cNvPr id="3" name="Content Placeholder 2">
            <a:extLst>
              <a:ext uri="{FF2B5EF4-FFF2-40B4-BE49-F238E27FC236}">
                <a16:creationId xmlns:a16="http://schemas.microsoft.com/office/drawing/2014/main" id="{7C5300FE-97CD-E6A4-C59D-24E78806A94F}"/>
              </a:ext>
            </a:extLst>
          </p:cNvPr>
          <p:cNvSpPr>
            <a:spLocks noGrp="1"/>
          </p:cNvSpPr>
          <p:nvPr>
            <p:ph idx="1"/>
          </p:nvPr>
        </p:nvSpPr>
        <p:spPr/>
        <p:txBody>
          <a:bodyPr/>
          <a:lstStyle/>
          <a:p>
            <a:r>
              <a:rPr lang="en-US" dirty="0"/>
              <a:t>Reduces manual effort in recruitment</a:t>
            </a:r>
          </a:p>
          <a:p>
            <a:pPr lvl="1"/>
            <a:r>
              <a:rPr lang="en-US" dirty="0"/>
              <a:t>Improves hiring accuracy and speed</a:t>
            </a:r>
          </a:p>
          <a:p>
            <a:pPr lvl="1"/>
            <a:r>
              <a:rPr lang="en-US" dirty="0"/>
              <a:t>Enhances candidate experience</a:t>
            </a:r>
          </a:p>
          <a:p>
            <a:pPr lvl="1"/>
            <a:r>
              <a:rPr lang="en-US" dirty="0"/>
              <a:t>Supports data-driven hiring decisions</a:t>
            </a:r>
          </a:p>
          <a:p>
            <a:endParaRPr lang="en-IN" dirty="0">
              <a:latin typeface="Times New Roman" panose="02020603050405020304" pitchFamily="18" charset="0"/>
              <a:cs typeface="Times New Roman" panose="02020603050405020304" pitchFamily="18" charset="0"/>
            </a:endParaRPr>
          </a:p>
          <a:p>
            <a:r>
              <a:rPr lang="en-IN" dirty="0"/>
              <a:t>Data Driven Decision Making</a:t>
            </a:r>
          </a:p>
          <a:p>
            <a:pPr lvl="1"/>
            <a:r>
              <a:rPr lang="en-US" dirty="0"/>
              <a:t>Actionable Insights</a:t>
            </a:r>
          </a:p>
          <a:p>
            <a:pPr lvl="1"/>
            <a:r>
              <a:rPr lang="en-US" dirty="0"/>
              <a:t>Predictive Modeling</a:t>
            </a:r>
          </a:p>
          <a:p>
            <a:endParaRPr lang="en-IN" dirty="0"/>
          </a:p>
          <a:p>
            <a:endParaRPr lang="en-IN" dirty="0"/>
          </a:p>
        </p:txBody>
      </p:sp>
      <p:sp>
        <p:nvSpPr>
          <p:cNvPr id="4" name="Date Placeholder 3">
            <a:extLst>
              <a:ext uri="{FF2B5EF4-FFF2-40B4-BE49-F238E27FC236}">
                <a16:creationId xmlns:a16="http://schemas.microsoft.com/office/drawing/2014/main" id="{E3F0176C-6425-960A-D6F7-06FEA6F2824B}"/>
              </a:ext>
            </a:extLst>
          </p:cNvPr>
          <p:cNvSpPr>
            <a:spLocks noGrp="1"/>
          </p:cNvSpPr>
          <p:nvPr>
            <p:ph type="dt" sz="half" idx="10"/>
          </p:nvPr>
        </p:nvSpPr>
        <p:spPr/>
        <p:txBody>
          <a:bodyPr/>
          <a:lstStyle/>
          <a:p>
            <a:fld id="{864BFFB7-4443-4602-A990-B076C1CFE86C}" type="datetime1">
              <a:rPr lang="en-IN" smtClean="0"/>
              <a:pPr/>
              <a:t>08-04-2026</a:t>
            </a:fld>
            <a:endParaRPr lang="en-IN" dirty="0"/>
          </a:p>
        </p:txBody>
      </p:sp>
      <p:sp>
        <p:nvSpPr>
          <p:cNvPr id="5" name="Slide Number Placeholder 4">
            <a:extLst>
              <a:ext uri="{FF2B5EF4-FFF2-40B4-BE49-F238E27FC236}">
                <a16:creationId xmlns:a16="http://schemas.microsoft.com/office/drawing/2014/main" id="{A8E4285D-CAFE-9C12-98D1-39C73A9F24C9}"/>
              </a:ext>
            </a:extLst>
          </p:cNvPr>
          <p:cNvSpPr>
            <a:spLocks noGrp="1"/>
          </p:cNvSpPr>
          <p:nvPr>
            <p:ph type="sldNum" sz="quarter" idx="12"/>
          </p:nvPr>
        </p:nvSpPr>
        <p:spPr/>
        <p:txBody>
          <a:bodyPr/>
          <a:lstStyle/>
          <a:p>
            <a:fld id="{F32F6845-8F47-4AB8-B9CE-96D88E741707}" type="slidenum">
              <a:rPr lang="en-IN" smtClean="0"/>
              <a:pPr/>
              <a:t>13</a:t>
            </a:fld>
            <a:endParaRPr lang="en-IN" dirty="0"/>
          </a:p>
        </p:txBody>
      </p:sp>
    </p:spTree>
    <p:extLst>
      <p:ext uri="{BB962C8B-B14F-4D97-AF65-F5344CB8AC3E}">
        <p14:creationId xmlns:p14="http://schemas.microsoft.com/office/powerpoint/2010/main" val="42653667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B9D93F-68E7-4635-0CB8-CA6C5FCA7A59}"/>
              </a:ext>
            </a:extLst>
          </p:cNvPr>
          <p:cNvSpPr>
            <a:spLocks noGrp="1"/>
          </p:cNvSpPr>
          <p:nvPr>
            <p:ph type="title"/>
          </p:nvPr>
        </p:nvSpPr>
        <p:spPr/>
        <p:txBody>
          <a:bodyPr/>
          <a:lstStyle/>
          <a:p>
            <a:r>
              <a:rPr lang="en-IN" b="1" dirty="0">
                <a:solidFill>
                  <a:schemeClr val="accent1"/>
                </a:solidFill>
              </a:rPr>
              <a:t>Advantages of proposed System/Work </a:t>
            </a:r>
            <a:r>
              <a:rPr lang="en-IN" b="1" dirty="0" err="1">
                <a:solidFill>
                  <a:schemeClr val="accent1"/>
                </a:solidFill>
              </a:rPr>
              <a:t>cont</a:t>
            </a:r>
            <a:r>
              <a:rPr lang="en-IN" b="1" dirty="0">
                <a:solidFill>
                  <a:schemeClr val="accent1"/>
                </a:solidFill>
              </a:rPr>
              <a:t>…</a:t>
            </a:r>
            <a:endParaRPr lang="en-IN" dirty="0"/>
          </a:p>
        </p:txBody>
      </p:sp>
      <p:sp>
        <p:nvSpPr>
          <p:cNvPr id="3" name="Content Placeholder 2">
            <a:extLst>
              <a:ext uri="{FF2B5EF4-FFF2-40B4-BE49-F238E27FC236}">
                <a16:creationId xmlns:a16="http://schemas.microsoft.com/office/drawing/2014/main" id="{A8624F7E-9591-5860-47ED-42D116E76F44}"/>
              </a:ext>
            </a:extLst>
          </p:cNvPr>
          <p:cNvSpPr>
            <a:spLocks noGrp="1"/>
          </p:cNvSpPr>
          <p:nvPr>
            <p:ph idx="1"/>
          </p:nvPr>
        </p:nvSpPr>
        <p:spPr/>
        <p:txBody>
          <a:bodyPr/>
          <a:lstStyle/>
          <a:p>
            <a:r>
              <a:rPr lang="en-IN" dirty="0"/>
              <a:t>Improved Client and Stakeholder Satisfaction</a:t>
            </a:r>
          </a:p>
          <a:p>
            <a:pPr lvl="1"/>
            <a:r>
              <a:rPr lang="en-US" dirty="0"/>
              <a:t>High Fidelity Visuals.</a:t>
            </a:r>
          </a:p>
          <a:p>
            <a:pPr lvl="1"/>
            <a:r>
              <a:rPr lang="en-US" dirty="0"/>
              <a:t>Bespoke Client Reporting</a:t>
            </a:r>
          </a:p>
          <a:p>
            <a:endParaRPr lang="en-IN" dirty="0"/>
          </a:p>
        </p:txBody>
      </p:sp>
      <p:sp>
        <p:nvSpPr>
          <p:cNvPr id="4" name="Date Placeholder 3">
            <a:extLst>
              <a:ext uri="{FF2B5EF4-FFF2-40B4-BE49-F238E27FC236}">
                <a16:creationId xmlns:a16="http://schemas.microsoft.com/office/drawing/2014/main" id="{B1D2E44A-25AC-E650-F4DD-11DC820CC58D}"/>
              </a:ext>
            </a:extLst>
          </p:cNvPr>
          <p:cNvSpPr>
            <a:spLocks noGrp="1"/>
          </p:cNvSpPr>
          <p:nvPr>
            <p:ph type="dt" sz="half" idx="10"/>
          </p:nvPr>
        </p:nvSpPr>
        <p:spPr/>
        <p:txBody>
          <a:bodyPr/>
          <a:lstStyle/>
          <a:p>
            <a:fld id="{864BFFB7-4443-4602-A990-B076C1CFE86C}" type="datetime1">
              <a:rPr lang="en-IN" smtClean="0"/>
              <a:pPr/>
              <a:t>08-04-2026</a:t>
            </a:fld>
            <a:endParaRPr lang="en-IN" dirty="0"/>
          </a:p>
        </p:txBody>
      </p:sp>
      <p:sp>
        <p:nvSpPr>
          <p:cNvPr id="5" name="Slide Number Placeholder 4">
            <a:extLst>
              <a:ext uri="{FF2B5EF4-FFF2-40B4-BE49-F238E27FC236}">
                <a16:creationId xmlns:a16="http://schemas.microsoft.com/office/drawing/2014/main" id="{45B59F9F-3BA9-9F4C-63E7-A1ADF2F53219}"/>
              </a:ext>
            </a:extLst>
          </p:cNvPr>
          <p:cNvSpPr>
            <a:spLocks noGrp="1"/>
          </p:cNvSpPr>
          <p:nvPr>
            <p:ph type="sldNum" sz="quarter" idx="12"/>
          </p:nvPr>
        </p:nvSpPr>
        <p:spPr/>
        <p:txBody>
          <a:bodyPr/>
          <a:lstStyle/>
          <a:p>
            <a:fld id="{F32F6845-8F47-4AB8-B9CE-96D88E741707}" type="slidenum">
              <a:rPr lang="en-IN" smtClean="0"/>
              <a:pPr/>
              <a:t>14</a:t>
            </a:fld>
            <a:endParaRPr lang="en-IN" dirty="0"/>
          </a:p>
        </p:txBody>
      </p:sp>
    </p:spTree>
    <p:extLst>
      <p:ext uri="{BB962C8B-B14F-4D97-AF65-F5344CB8AC3E}">
        <p14:creationId xmlns:p14="http://schemas.microsoft.com/office/powerpoint/2010/main" val="12933634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C3C08-14AB-0D07-3FB7-0E4BAF9CE726}"/>
              </a:ext>
            </a:extLst>
          </p:cNvPr>
          <p:cNvSpPr>
            <a:spLocks noGrp="1"/>
          </p:cNvSpPr>
          <p:nvPr>
            <p:ph type="title"/>
          </p:nvPr>
        </p:nvSpPr>
        <p:spPr/>
        <p:txBody>
          <a:bodyPr/>
          <a:lstStyle/>
          <a:p>
            <a:r>
              <a:rPr lang="en-IN" b="1" dirty="0">
                <a:solidFill>
                  <a:srgbClr val="00B0F0"/>
                </a:solidFill>
              </a:rPr>
              <a:t>Working Process</a:t>
            </a:r>
          </a:p>
        </p:txBody>
      </p:sp>
      <p:pic>
        <p:nvPicPr>
          <p:cNvPr id="7" name="Content Placeholder 6">
            <a:extLst>
              <a:ext uri="{FF2B5EF4-FFF2-40B4-BE49-F238E27FC236}">
                <a16:creationId xmlns:a16="http://schemas.microsoft.com/office/drawing/2014/main" id="{B43F42DC-25A7-9961-A3E5-9234C517F03D}"/>
              </a:ext>
            </a:extLst>
          </p:cNvPr>
          <p:cNvPicPr>
            <a:picLocks noGrp="1" noChangeAspect="1"/>
          </p:cNvPicPr>
          <p:nvPr>
            <p:ph idx="1"/>
          </p:nvPr>
        </p:nvPicPr>
        <p:blipFill>
          <a:blip r:embed="rId2"/>
          <a:stretch>
            <a:fillRect/>
          </a:stretch>
        </p:blipFill>
        <p:spPr>
          <a:xfrm>
            <a:off x="4605506" y="804380"/>
            <a:ext cx="3418820" cy="5118610"/>
          </a:xfrm>
          <a:prstGeom prst="rect">
            <a:avLst/>
          </a:prstGeom>
        </p:spPr>
      </p:pic>
      <p:sp>
        <p:nvSpPr>
          <p:cNvPr id="4" name="Date Placeholder 3">
            <a:extLst>
              <a:ext uri="{FF2B5EF4-FFF2-40B4-BE49-F238E27FC236}">
                <a16:creationId xmlns:a16="http://schemas.microsoft.com/office/drawing/2014/main" id="{4F1B1B16-3958-7502-0B5B-6E42C65536E7}"/>
              </a:ext>
            </a:extLst>
          </p:cNvPr>
          <p:cNvSpPr>
            <a:spLocks noGrp="1"/>
          </p:cNvSpPr>
          <p:nvPr>
            <p:ph type="dt" sz="half" idx="10"/>
          </p:nvPr>
        </p:nvSpPr>
        <p:spPr/>
        <p:txBody>
          <a:bodyPr/>
          <a:lstStyle/>
          <a:p>
            <a:fld id="{864BFFB7-4443-4602-A990-B076C1CFE86C}" type="datetime1">
              <a:rPr lang="en-IN" smtClean="0"/>
              <a:pPr/>
              <a:t>08-04-2026</a:t>
            </a:fld>
            <a:endParaRPr lang="en-IN" dirty="0"/>
          </a:p>
        </p:txBody>
      </p:sp>
      <p:sp>
        <p:nvSpPr>
          <p:cNvPr id="5" name="Slide Number Placeholder 4">
            <a:extLst>
              <a:ext uri="{FF2B5EF4-FFF2-40B4-BE49-F238E27FC236}">
                <a16:creationId xmlns:a16="http://schemas.microsoft.com/office/drawing/2014/main" id="{5DAD44B4-F7E6-D0FF-E88F-D2ACCC36E37B}"/>
              </a:ext>
            </a:extLst>
          </p:cNvPr>
          <p:cNvSpPr>
            <a:spLocks noGrp="1"/>
          </p:cNvSpPr>
          <p:nvPr>
            <p:ph type="sldNum" sz="quarter" idx="12"/>
          </p:nvPr>
        </p:nvSpPr>
        <p:spPr/>
        <p:txBody>
          <a:bodyPr/>
          <a:lstStyle/>
          <a:p>
            <a:fld id="{F32F6845-8F47-4AB8-B9CE-96D88E741707}" type="slidenum">
              <a:rPr lang="en-IN" smtClean="0"/>
              <a:pPr/>
              <a:t>15</a:t>
            </a:fld>
            <a:endParaRPr lang="en-IN" dirty="0"/>
          </a:p>
        </p:txBody>
      </p:sp>
    </p:spTree>
    <p:extLst>
      <p:ext uri="{BB962C8B-B14F-4D97-AF65-F5344CB8AC3E}">
        <p14:creationId xmlns:p14="http://schemas.microsoft.com/office/powerpoint/2010/main" val="31428269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5D5E4-37A4-E0A6-8FF1-F2A695B309A7}"/>
              </a:ext>
            </a:extLst>
          </p:cNvPr>
          <p:cNvSpPr>
            <a:spLocks noGrp="1"/>
          </p:cNvSpPr>
          <p:nvPr>
            <p:ph type="title"/>
          </p:nvPr>
        </p:nvSpPr>
        <p:spPr/>
        <p:txBody>
          <a:bodyPr/>
          <a:lstStyle/>
          <a:p>
            <a:r>
              <a:rPr lang="en-US" b="1" dirty="0">
                <a:solidFill>
                  <a:srgbClr val="00B0F0"/>
                </a:solidFill>
              </a:rPr>
              <a:t>Dashboard ready in Power BI</a:t>
            </a:r>
            <a:endParaRPr lang="en-IN" b="1" dirty="0">
              <a:solidFill>
                <a:srgbClr val="00B0F0"/>
              </a:solidFill>
            </a:endParaRPr>
          </a:p>
        </p:txBody>
      </p:sp>
      <p:sp>
        <p:nvSpPr>
          <p:cNvPr id="4" name="Date Placeholder 3">
            <a:extLst>
              <a:ext uri="{FF2B5EF4-FFF2-40B4-BE49-F238E27FC236}">
                <a16:creationId xmlns:a16="http://schemas.microsoft.com/office/drawing/2014/main" id="{7AF971B9-BD63-A881-B89B-DD69B9A9F32F}"/>
              </a:ext>
            </a:extLst>
          </p:cNvPr>
          <p:cNvSpPr>
            <a:spLocks noGrp="1"/>
          </p:cNvSpPr>
          <p:nvPr>
            <p:ph type="dt" sz="half" idx="10"/>
          </p:nvPr>
        </p:nvSpPr>
        <p:spPr/>
        <p:txBody>
          <a:bodyPr/>
          <a:lstStyle/>
          <a:p>
            <a:fld id="{864BFFB7-4443-4602-A990-B076C1CFE86C}" type="datetime1">
              <a:rPr lang="en-IN" smtClean="0"/>
              <a:pPr/>
              <a:t>08-04-2026</a:t>
            </a:fld>
            <a:endParaRPr lang="en-IN" dirty="0"/>
          </a:p>
        </p:txBody>
      </p:sp>
      <p:sp>
        <p:nvSpPr>
          <p:cNvPr id="5" name="Slide Number Placeholder 4">
            <a:extLst>
              <a:ext uri="{FF2B5EF4-FFF2-40B4-BE49-F238E27FC236}">
                <a16:creationId xmlns:a16="http://schemas.microsoft.com/office/drawing/2014/main" id="{B0AA1812-2A5B-3246-F11F-291BC08A2EAD}"/>
              </a:ext>
            </a:extLst>
          </p:cNvPr>
          <p:cNvSpPr>
            <a:spLocks noGrp="1"/>
          </p:cNvSpPr>
          <p:nvPr>
            <p:ph type="sldNum" sz="quarter" idx="12"/>
          </p:nvPr>
        </p:nvSpPr>
        <p:spPr/>
        <p:txBody>
          <a:bodyPr/>
          <a:lstStyle/>
          <a:p>
            <a:fld id="{F32F6845-8F47-4AB8-B9CE-96D88E741707}" type="slidenum">
              <a:rPr lang="en-IN" smtClean="0"/>
              <a:pPr/>
              <a:t>16</a:t>
            </a:fld>
            <a:endParaRPr lang="en-IN" dirty="0"/>
          </a:p>
        </p:txBody>
      </p:sp>
      <p:sp>
        <p:nvSpPr>
          <p:cNvPr id="6" name="Rectangle 1">
            <a:extLst>
              <a:ext uri="{FF2B5EF4-FFF2-40B4-BE49-F238E27FC236}">
                <a16:creationId xmlns:a16="http://schemas.microsoft.com/office/drawing/2014/main" id="{12D0A87D-1178-0407-87CE-20959CB9B4B5}"/>
              </a:ext>
            </a:extLst>
          </p:cNvPr>
          <p:cNvSpPr>
            <a:spLocks noGrp="1" noChangeArrowheads="1"/>
          </p:cNvSpPr>
          <p:nvPr>
            <p:ph idx="1"/>
          </p:nvPr>
        </p:nvSpPr>
        <p:spPr bwMode="auto">
          <a:xfrm>
            <a:off x="1052804" y="2161267"/>
            <a:ext cx="10300996" cy="2606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800" dirty="0"/>
              <a:t>Built recruitment dashboards in Power BI Desktop </a:t>
            </a:r>
          </a:p>
          <a:p>
            <a:r>
              <a:rPr lang="en-US" sz="1800" dirty="0"/>
              <a:t>Connected Excel dataset extracted from TR system </a:t>
            </a:r>
          </a:p>
          <a:p>
            <a:r>
              <a:rPr lang="en-US" sz="1800" dirty="0"/>
              <a:t>Performed data cleaning and modeling </a:t>
            </a:r>
          </a:p>
          <a:p>
            <a:r>
              <a:rPr lang="en-US" sz="1800" dirty="0"/>
              <a:t>Created KPIs and visualizations </a:t>
            </a:r>
          </a:p>
          <a:p>
            <a:r>
              <a:rPr lang="en-US" sz="1800" dirty="0"/>
              <a:t>Published report to Power BI Service </a:t>
            </a:r>
          </a:p>
          <a:p>
            <a:r>
              <a:rPr lang="en-US" sz="1800" dirty="0"/>
              <a:t>👉 </a:t>
            </a:r>
            <a:r>
              <a:rPr lang="en-US" sz="1800" i="1" dirty="0"/>
              <a:t>At this stage, dashboard exists but is not inside TR yet</a:t>
            </a:r>
            <a:endParaRPr lang="en-US" sz="1800" dirty="0"/>
          </a:p>
          <a:p>
            <a:endParaRPr lang="en-US" sz="1800" dirty="0"/>
          </a:p>
        </p:txBody>
      </p:sp>
    </p:spTree>
    <p:extLst>
      <p:ext uri="{BB962C8B-B14F-4D97-AF65-F5344CB8AC3E}">
        <p14:creationId xmlns:p14="http://schemas.microsoft.com/office/powerpoint/2010/main" val="29314167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A5D3E-461B-06EE-A598-AA6360FDA4DE}"/>
              </a:ext>
            </a:extLst>
          </p:cNvPr>
          <p:cNvSpPr>
            <a:spLocks noGrp="1"/>
          </p:cNvSpPr>
          <p:nvPr>
            <p:ph type="title"/>
          </p:nvPr>
        </p:nvSpPr>
        <p:spPr/>
        <p:txBody>
          <a:bodyPr/>
          <a:lstStyle/>
          <a:p>
            <a:r>
              <a:rPr lang="en-US" dirty="0">
                <a:solidFill>
                  <a:srgbClr val="00B0F0"/>
                </a:solidFill>
                <a:ea typeface="+mj-lt"/>
                <a:cs typeface="+mj-lt"/>
              </a:rPr>
              <a:t>Setting Up in Microsoft Azure.</a:t>
            </a:r>
            <a:endParaRPr lang="en-US" dirty="0"/>
          </a:p>
        </p:txBody>
      </p:sp>
      <p:sp>
        <p:nvSpPr>
          <p:cNvPr id="3" name="Content Placeholder 2">
            <a:extLst>
              <a:ext uri="{FF2B5EF4-FFF2-40B4-BE49-F238E27FC236}">
                <a16:creationId xmlns:a16="http://schemas.microsoft.com/office/drawing/2014/main" id="{09434FA6-42C4-3804-8703-2029D32F3B76}"/>
              </a:ext>
            </a:extLst>
          </p:cNvPr>
          <p:cNvSpPr>
            <a:spLocks noGrp="1"/>
          </p:cNvSpPr>
          <p:nvPr>
            <p:ph idx="1"/>
          </p:nvPr>
        </p:nvSpPr>
        <p:spPr/>
        <p:txBody>
          <a:bodyPr vert="horz" lIns="91440" tIns="45720" rIns="91440" bIns="45720" rtlCol="0" anchor="t">
            <a:normAutofit/>
          </a:bodyPr>
          <a:lstStyle/>
          <a:p>
            <a:r>
              <a:rPr lang="en-IN" b="1" dirty="0"/>
              <a:t>Setting Up in Microsoft Azure</a:t>
            </a:r>
          </a:p>
          <a:p>
            <a:r>
              <a:rPr lang="en-IN" dirty="0"/>
              <a:t>Logged into Microsoft Azure Portal </a:t>
            </a:r>
          </a:p>
          <a:p>
            <a:r>
              <a:rPr lang="en-IN" dirty="0"/>
              <a:t>Registered a new application for TR system </a:t>
            </a:r>
          </a:p>
          <a:p>
            <a:r>
              <a:rPr lang="en-IN" dirty="0"/>
              <a:t>Generated: </a:t>
            </a:r>
          </a:p>
          <a:p>
            <a:pPr lvl="1"/>
            <a:r>
              <a:rPr lang="en-IN" dirty="0"/>
              <a:t>Client ID </a:t>
            </a:r>
          </a:p>
          <a:p>
            <a:pPr lvl="1"/>
            <a:r>
              <a:rPr lang="en-IN" dirty="0"/>
              <a:t>Client Secret </a:t>
            </a:r>
          </a:p>
          <a:p>
            <a:pPr lvl="1"/>
            <a:r>
              <a:rPr lang="en-IN" dirty="0"/>
              <a:t>Tenant ID </a:t>
            </a:r>
          </a:p>
          <a:p>
            <a:r>
              <a:rPr lang="en-IN" dirty="0"/>
              <a:t>Configured API permissions for Power BI access </a:t>
            </a:r>
          </a:p>
          <a:p>
            <a:r>
              <a:rPr lang="en-IN" dirty="0"/>
              <a:t>👉 </a:t>
            </a:r>
            <a:r>
              <a:rPr lang="en-IN" i="1" dirty="0"/>
              <a:t>This step gives identity to TR system</a:t>
            </a:r>
            <a:endParaRPr lang="en-IN" dirty="0"/>
          </a:p>
          <a:p>
            <a:endParaRPr lang="en-US" b="1" dirty="0">
              <a:ea typeface="Calibri"/>
              <a:cs typeface="Calibri"/>
            </a:endParaRPr>
          </a:p>
        </p:txBody>
      </p:sp>
      <p:sp>
        <p:nvSpPr>
          <p:cNvPr id="4" name="Date Placeholder 3">
            <a:extLst>
              <a:ext uri="{FF2B5EF4-FFF2-40B4-BE49-F238E27FC236}">
                <a16:creationId xmlns:a16="http://schemas.microsoft.com/office/drawing/2014/main" id="{8B4C182E-9600-273A-5240-CDB8817DD56A}"/>
              </a:ext>
            </a:extLst>
          </p:cNvPr>
          <p:cNvSpPr>
            <a:spLocks noGrp="1"/>
          </p:cNvSpPr>
          <p:nvPr>
            <p:ph type="dt" sz="half" idx="10"/>
          </p:nvPr>
        </p:nvSpPr>
        <p:spPr/>
        <p:txBody>
          <a:bodyPr/>
          <a:lstStyle/>
          <a:p>
            <a:fld id="{864BFFB7-4443-4602-A990-B076C1CFE86C}" type="datetime1">
              <a:rPr lang="en-IN" smtClean="0"/>
              <a:pPr/>
              <a:t>08-04-2026</a:t>
            </a:fld>
            <a:endParaRPr lang="en-IN" dirty="0"/>
          </a:p>
        </p:txBody>
      </p:sp>
      <p:sp>
        <p:nvSpPr>
          <p:cNvPr id="5" name="Slide Number Placeholder 4">
            <a:extLst>
              <a:ext uri="{FF2B5EF4-FFF2-40B4-BE49-F238E27FC236}">
                <a16:creationId xmlns:a16="http://schemas.microsoft.com/office/drawing/2014/main" id="{C88A2A4A-3C8D-CFDF-C57D-2500D161BDD3}"/>
              </a:ext>
            </a:extLst>
          </p:cNvPr>
          <p:cNvSpPr>
            <a:spLocks noGrp="1"/>
          </p:cNvSpPr>
          <p:nvPr>
            <p:ph type="sldNum" sz="quarter" idx="12"/>
          </p:nvPr>
        </p:nvSpPr>
        <p:spPr/>
        <p:txBody>
          <a:bodyPr/>
          <a:lstStyle/>
          <a:p>
            <a:fld id="{F32F6845-8F47-4AB8-B9CE-96D88E741707}" type="slidenum">
              <a:rPr lang="en-IN" smtClean="0"/>
              <a:pPr/>
              <a:t>17</a:t>
            </a:fld>
            <a:endParaRPr lang="en-IN" dirty="0"/>
          </a:p>
        </p:txBody>
      </p:sp>
      <p:sp>
        <p:nvSpPr>
          <p:cNvPr id="6" name="AutoShape 2" descr="Application registration in Azure portal">
            <a:extLst>
              <a:ext uri="{FF2B5EF4-FFF2-40B4-BE49-F238E27FC236}">
                <a16:creationId xmlns:a16="http://schemas.microsoft.com/office/drawing/2014/main" id="{AA3C689F-4310-1963-FCC3-9FC7CCA7613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20757871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9095A-CF48-1E60-E92C-EAD3F3772463}"/>
              </a:ext>
            </a:extLst>
          </p:cNvPr>
          <p:cNvSpPr>
            <a:spLocks noGrp="1"/>
          </p:cNvSpPr>
          <p:nvPr>
            <p:ph type="title"/>
          </p:nvPr>
        </p:nvSpPr>
        <p:spPr/>
        <p:txBody>
          <a:bodyPr/>
          <a:lstStyle/>
          <a:p>
            <a:r>
              <a:rPr lang="en-US" sz="2800" b="1" dirty="0">
                <a:solidFill>
                  <a:schemeClr val="accent1"/>
                </a:solidFill>
                <a:latin typeface="Calibri"/>
                <a:ea typeface="Calibri"/>
                <a:cs typeface="Calibri"/>
              </a:rPr>
              <a:t>Backend Authentication Setup</a:t>
            </a:r>
            <a:endParaRPr lang="en-US" dirty="0">
              <a:solidFill>
                <a:schemeClr val="accent1"/>
              </a:solidFill>
              <a:ea typeface="Calibri Light"/>
              <a:cs typeface="Calibri Light"/>
            </a:endParaRPr>
          </a:p>
        </p:txBody>
      </p:sp>
      <p:sp>
        <p:nvSpPr>
          <p:cNvPr id="4" name="Date Placeholder 3">
            <a:extLst>
              <a:ext uri="{FF2B5EF4-FFF2-40B4-BE49-F238E27FC236}">
                <a16:creationId xmlns:a16="http://schemas.microsoft.com/office/drawing/2014/main" id="{DC9124D6-1A46-CD87-A0BD-6197C94A1167}"/>
              </a:ext>
            </a:extLst>
          </p:cNvPr>
          <p:cNvSpPr>
            <a:spLocks noGrp="1"/>
          </p:cNvSpPr>
          <p:nvPr>
            <p:ph type="dt" sz="half" idx="10"/>
          </p:nvPr>
        </p:nvSpPr>
        <p:spPr/>
        <p:txBody>
          <a:bodyPr/>
          <a:lstStyle/>
          <a:p>
            <a:fld id="{864BFFB7-4443-4602-A990-B076C1CFE86C}" type="datetime1">
              <a:rPr lang="en-IN" smtClean="0"/>
              <a:pPr/>
              <a:t>08-04-2026</a:t>
            </a:fld>
            <a:endParaRPr lang="en-IN" dirty="0"/>
          </a:p>
        </p:txBody>
      </p:sp>
      <p:sp>
        <p:nvSpPr>
          <p:cNvPr id="5" name="Slide Number Placeholder 4">
            <a:extLst>
              <a:ext uri="{FF2B5EF4-FFF2-40B4-BE49-F238E27FC236}">
                <a16:creationId xmlns:a16="http://schemas.microsoft.com/office/drawing/2014/main" id="{2AAE3826-8C8C-E66C-FB1C-5CE3CC31A4AB}"/>
              </a:ext>
            </a:extLst>
          </p:cNvPr>
          <p:cNvSpPr>
            <a:spLocks noGrp="1"/>
          </p:cNvSpPr>
          <p:nvPr>
            <p:ph type="sldNum" sz="quarter" idx="12"/>
          </p:nvPr>
        </p:nvSpPr>
        <p:spPr/>
        <p:txBody>
          <a:bodyPr/>
          <a:lstStyle/>
          <a:p>
            <a:fld id="{F32F6845-8F47-4AB8-B9CE-96D88E741707}" type="slidenum">
              <a:rPr lang="en-IN" smtClean="0"/>
              <a:pPr/>
              <a:t>18</a:t>
            </a:fld>
            <a:endParaRPr lang="en-IN" dirty="0"/>
          </a:p>
        </p:txBody>
      </p:sp>
      <p:sp>
        <p:nvSpPr>
          <p:cNvPr id="6" name="Rectangle 1">
            <a:extLst>
              <a:ext uri="{FF2B5EF4-FFF2-40B4-BE49-F238E27FC236}">
                <a16:creationId xmlns:a16="http://schemas.microsoft.com/office/drawing/2014/main" id="{F7BAB892-1072-3422-6C58-F6485A753D05}"/>
              </a:ext>
            </a:extLst>
          </p:cNvPr>
          <p:cNvSpPr>
            <a:spLocks noGrp="1" noChangeArrowheads="1"/>
          </p:cNvSpPr>
          <p:nvPr>
            <p:ph idx="1"/>
          </p:nvPr>
        </p:nvSpPr>
        <p:spPr bwMode="auto">
          <a:xfrm>
            <a:off x="968828" y="1918916"/>
            <a:ext cx="8025882" cy="2506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endParaRPr lang="en-US" sz="1800" b="1" dirty="0"/>
          </a:p>
          <a:p>
            <a:r>
              <a:rPr lang="en-US" sz="1800" dirty="0"/>
              <a:t>Backend configured to connect with Azure AD </a:t>
            </a:r>
          </a:p>
          <a:p>
            <a:r>
              <a:rPr lang="en-US" sz="1800" dirty="0"/>
              <a:t>Used Client ID and Secret to request authentication </a:t>
            </a:r>
          </a:p>
          <a:p>
            <a:r>
              <a:rPr lang="en-US" sz="1800" dirty="0"/>
              <a:t>Implemented OAuth 2.0 flow </a:t>
            </a:r>
          </a:p>
          <a:p>
            <a:r>
              <a:rPr lang="en-US" sz="1800" dirty="0"/>
              <a:t>Azure validates and returns </a:t>
            </a:r>
            <a:r>
              <a:rPr lang="en-US" sz="1800" b="1" dirty="0"/>
              <a:t>Access Token (JWT)</a:t>
            </a:r>
            <a:r>
              <a:rPr lang="en-US" sz="1800" dirty="0"/>
              <a:t> </a:t>
            </a:r>
          </a:p>
          <a:p>
            <a:r>
              <a:rPr lang="en-US" sz="1800" dirty="0"/>
              <a:t>👉 </a:t>
            </a:r>
            <a:r>
              <a:rPr lang="en-US" sz="1800" i="1" dirty="0"/>
              <a:t>Now backend is authorized to talk to Power BI</a:t>
            </a:r>
            <a:endParaRPr lang="en-US" sz="1800"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7" name="Picture 6">
            <a:extLst>
              <a:ext uri="{FF2B5EF4-FFF2-40B4-BE49-F238E27FC236}">
                <a16:creationId xmlns:a16="http://schemas.microsoft.com/office/drawing/2014/main" id="{B96E5C4A-7E0C-520F-A7E1-C627389A18F6}"/>
              </a:ext>
            </a:extLst>
          </p:cNvPr>
          <p:cNvPicPr>
            <a:picLocks noChangeAspect="1"/>
          </p:cNvPicPr>
          <p:nvPr/>
        </p:nvPicPr>
        <p:blipFill>
          <a:blip r:embed="rId2"/>
          <a:stretch>
            <a:fillRect/>
          </a:stretch>
        </p:blipFill>
        <p:spPr>
          <a:xfrm>
            <a:off x="6096000" y="1086716"/>
            <a:ext cx="5889948" cy="3926632"/>
          </a:xfrm>
          <a:prstGeom prst="rect">
            <a:avLst/>
          </a:prstGeom>
        </p:spPr>
      </p:pic>
    </p:spTree>
    <p:extLst>
      <p:ext uri="{BB962C8B-B14F-4D97-AF65-F5344CB8AC3E}">
        <p14:creationId xmlns:p14="http://schemas.microsoft.com/office/powerpoint/2010/main" val="12800162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AAF90-E580-3167-42A5-3DE2D52E30FC}"/>
              </a:ext>
            </a:extLst>
          </p:cNvPr>
          <p:cNvSpPr>
            <a:spLocks noGrp="1"/>
          </p:cNvSpPr>
          <p:nvPr>
            <p:ph type="title"/>
          </p:nvPr>
        </p:nvSpPr>
        <p:spPr/>
        <p:txBody>
          <a:bodyPr/>
          <a:lstStyle/>
          <a:p>
            <a:r>
              <a:rPr lang="en-US" sz="2800" b="1" dirty="0">
                <a:solidFill>
                  <a:schemeClr val="accent1"/>
                </a:solidFill>
                <a:latin typeface="Calibri"/>
                <a:ea typeface="Calibri"/>
                <a:cs typeface="Calibri"/>
              </a:rPr>
              <a:t>Connecting Backend to Power BI</a:t>
            </a:r>
            <a:endParaRPr lang="en-US" dirty="0">
              <a:solidFill>
                <a:schemeClr val="accent1"/>
              </a:solidFill>
              <a:ea typeface="Calibri Light"/>
              <a:cs typeface="Calibri Light"/>
            </a:endParaRPr>
          </a:p>
        </p:txBody>
      </p:sp>
      <p:sp>
        <p:nvSpPr>
          <p:cNvPr id="4" name="Date Placeholder 3">
            <a:extLst>
              <a:ext uri="{FF2B5EF4-FFF2-40B4-BE49-F238E27FC236}">
                <a16:creationId xmlns:a16="http://schemas.microsoft.com/office/drawing/2014/main" id="{06FE1860-1F9B-2A2B-4CEA-C4BD47407EBD}"/>
              </a:ext>
            </a:extLst>
          </p:cNvPr>
          <p:cNvSpPr>
            <a:spLocks noGrp="1"/>
          </p:cNvSpPr>
          <p:nvPr>
            <p:ph type="dt" sz="half" idx="10"/>
          </p:nvPr>
        </p:nvSpPr>
        <p:spPr/>
        <p:txBody>
          <a:bodyPr/>
          <a:lstStyle/>
          <a:p>
            <a:fld id="{864BFFB7-4443-4602-A990-B076C1CFE86C}" type="datetime1">
              <a:rPr lang="en-IN" smtClean="0"/>
              <a:pPr/>
              <a:t>08-04-2026</a:t>
            </a:fld>
            <a:endParaRPr lang="en-IN" dirty="0"/>
          </a:p>
        </p:txBody>
      </p:sp>
      <p:sp>
        <p:nvSpPr>
          <p:cNvPr id="5" name="Slide Number Placeholder 4">
            <a:extLst>
              <a:ext uri="{FF2B5EF4-FFF2-40B4-BE49-F238E27FC236}">
                <a16:creationId xmlns:a16="http://schemas.microsoft.com/office/drawing/2014/main" id="{1C45428F-D941-C54D-9DB3-F58283949271}"/>
              </a:ext>
            </a:extLst>
          </p:cNvPr>
          <p:cNvSpPr>
            <a:spLocks noGrp="1"/>
          </p:cNvSpPr>
          <p:nvPr>
            <p:ph type="sldNum" sz="quarter" idx="12"/>
          </p:nvPr>
        </p:nvSpPr>
        <p:spPr/>
        <p:txBody>
          <a:bodyPr/>
          <a:lstStyle/>
          <a:p>
            <a:fld id="{F32F6845-8F47-4AB8-B9CE-96D88E741707}" type="slidenum">
              <a:rPr lang="en-IN" smtClean="0"/>
              <a:pPr/>
              <a:t>19</a:t>
            </a:fld>
            <a:endParaRPr lang="en-IN" dirty="0"/>
          </a:p>
        </p:txBody>
      </p:sp>
      <p:sp>
        <p:nvSpPr>
          <p:cNvPr id="6" name="Rectangle 1">
            <a:extLst>
              <a:ext uri="{FF2B5EF4-FFF2-40B4-BE49-F238E27FC236}">
                <a16:creationId xmlns:a16="http://schemas.microsoft.com/office/drawing/2014/main" id="{F89693CE-8039-EFCC-CB06-6AC72C179C8F}"/>
              </a:ext>
            </a:extLst>
          </p:cNvPr>
          <p:cNvSpPr>
            <a:spLocks noGrp="1" noChangeArrowheads="1"/>
          </p:cNvSpPr>
          <p:nvPr>
            <p:ph idx="1"/>
          </p:nvPr>
        </p:nvSpPr>
        <p:spPr bwMode="auto">
          <a:xfrm>
            <a:off x="1743270" y="1805738"/>
            <a:ext cx="5182701" cy="2506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indent="0">
              <a:buNone/>
            </a:pPr>
            <a:endParaRPr lang="en-IN" sz="1800" b="1" dirty="0"/>
          </a:p>
          <a:p>
            <a:r>
              <a:rPr lang="en-IN" sz="1800" dirty="0"/>
              <a:t>Backend used Access Token to call Power BI APIs </a:t>
            </a:r>
          </a:p>
          <a:p>
            <a:r>
              <a:rPr lang="en-IN" sz="1800" dirty="0"/>
              <a:t>Fetched report details (Report ID, Dataset info) </a:t>
            </a:r>
          </a:p>
          <a:p>
            <a:r>
              <a:rPr lang="en-IN" sz="1800" dirty="0"/>
              <a:t>Called API to generate </a:t>
            </a:r>
            <a:r>
              <a:rPr lang="en-IN" sz="1800" b="1" dirty="0"/>
              <a:t>Embed Token</a:t>
            </a:r>
            <a:r>
              <a:rPr lang="en-IN" sz="1800" dirty="0"/>
              <a:t> </a:t>
            </a:r>
          </a:p>
          <a:p>
            <a:r>
              <a:rPr lang="en-IN" sz="1800" dirty="0"/>
              <a:t>Embed Token created for secure dashboard access </a:t>
            </a:r>
          </a:p>
          <a:p>
            <a:r>
              <a:rPr lang="en-IN" sz="1800" dirty="0"/>
              <a:t>👉 </a:t>
            </a:r>
            <a:r>
              <a:rPr lang="en-IN" sz="1800" i="1" dirty="0"/>
              <a:t>This step prepares dashboard for embedding</a:t>
            </a:r>
            <a:endParaRPr lang="en-IN" sz="1800"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555198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A2A95-F204-8089-69B2-D560371F43DE}"/>
              </a:ext>
            </a:extLst>
          </p:cNvPr>
          <p:cNvSpPr>
            <a:spLocks noGrp="1"/>
          </p:cNvSpPr>
          <p:nvPr>
            <p:ph type="title"/>
          </p:nvPr>
        </p:nvSpPr>
        <p:spPr/>
        <p:txBody>
          <a:bodyPr/>
          <a:lstStyle/>
          <a:p>
            <a:r>
              <a:rPr lang="en-US" sz="2800" b="1" dirty="0">
                <a:solidFill>
                  <a:schemeClr val="accent1"/>
                </a:solidFill>
                <a:latin typeface="Calibri"/>
                <a:ea typeface="Calibri"/>
                <a:cs typeface="Calibri"/>
              </a:rPr>
              <a:t>Parsing Data to Talent Recruit System</a:t>
            </a:r>
            <a:endParaRPr lang="en-US" dirty="0">
              <a:solidFill>
                <a:schemeClr val="accent1"/>
              </a:solidFill>
              <a:ea typeface="Calibri Light"/>
              <a:cs typeface="Calibri Light"/>
            </a:endParaRPr>
          </a:p>
        </p:txBody>
      </p:sp>
      <p:sp>
        <p:nvSpPr>
          <p:cNvPr id="4" name="Date Placeholder 3">
            <a:extLst>
              <a:ext uri="{FF2B5EF4-FFF2-40B4-BE49-F238E27FC236}">
                <a16:creationId xmlns:a16="http://schemas.microsoft.com/office/drawing/2014/main" id="{34DBCB4D-7661-7749-775D-49ADACA562EA}"/>
              </a:ext>
            </a:extLst>
          </p:cNvPr>
          <p:cNvSpPr>
            <a:spLocks noGrp="1"/>
          </p:cNvSpPr>
          <p:nvPr>
            <p:ph type="dt" sz="half" idx="10"/>
          </p:nvPr>
        </p:nvSpPr>
        <p:spPr/>
        <p:txBody>
          <a:bodyPr/>
          <a:lstStyle/>
          <a:p>
            <a:fld id="{864BFFB7-4443-4602-A990-B076C1CFE86C}" type="datetime1">
              <a:rPr lang="en-IN" smtClean="0"/>
              <a:pPr/>
              <a:t>08-04-2026</a:t>
            </a:fld>
            <a:endParaRPr lang="en-IN" dirty="0"/>
          </a:p>
        </p:txBody>
      </p:sp>
      <p:sp>
        <p:nvSpPr>
          <p:cNvPr id="5" name="Slide Number Placeholder 4">
            <a:extLst>
              <a:ext uri="{FF2B5EF4-FFF2-40B4-BE49-F238E27FC236}">
                <a16:creationId xmlns:a16="http://schemas.microsoft.com/office/drawing/2014/main" id="{E179872C-D65D-1FC1-A49F-EE95738BBB83}"/>
              </a:ext>
            </a:extLst>
          </p:cNvPr>
          <p:cNvSpPr>
            <a:spLocks noGrp="1"/>
          </p:cNvSpPr>
          <p:nvPr>
            <p:ph type="sldNum" sz="quarter" idx="12"/>
          </p:nvPr>
        </p:nvSpPr>
        <p:spPr/>
        <p:txBody>
          <a:bodyPr/>
          <a:lstStyle/>
          <a:p>
            <a:fld id="{F32F6845-8F47-4AB8-B9CE-96D88E741707}" type="slidenum">
              <a:rPr lang="en-IN" smtClean="0"/>
              <a:pPr/>
              <a:t>20</a:t>
            </a:fld>
            <a:endParaRPr lang="en-IN" dirty="0"/>
          </a:p>
        </p:txBody>
      </p:sp>
      <p:sp>
        <p:nvSpPr>
          <p:cNvPr id="7" name="Rectangle 2">
            <a:extLst>
              <a:ext uri="{FF2B5EF4-FFF2-40B4-BE49-F238E27FC236}">
                <a16:creationId xmlns:a16="http://schemas.microsoft.com/office/drawing/2014/main" id="{4EF21C18-2253-161A-0E1B-A1D4E303BBA6}"/>
              </a:ext>
            </a:extLst>
          </p:cNvPr>
          <p:cNvSpPr>
            <a:spLocks noGrp="1" noChangeArrowheads="1"/>
          </p:cNvSpPr>
          <p:nvPr>
            <p:ph idx="1"/>
          </p:nvPr>
        </p:nvSpPr>
        <p:spPr bwMode="auto">
          <a:xfrm>
            <a:off x="1128421" y="1304372"/>
            <a:ext cx="7242110" cy="4398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endParaRPr lang="en-US" b="1" dirty="0"/>
          </a:p>
          <a:p>
            <a:r>
              <a:rPr lang="en-US" dirty="0"/>
              <a:t>Backend sent: </a:t>
            </a:r>
          </a:p>
          <a:p>
            <a:pPr lvl="1"/>
            <a:r>
              <a:rPr lang="en-US" dirty="0"/>
              <a:t>Embed URL </a:t>
            </a:r>
          </a:p>
          <a:p>
            <a:pPr lvl="1"/>
            <a:r>
              <a:rPr lang="en-US" dirty="0"/>
              <a:t>Embed Token </a:t>
            </a:r>
          </a:p>
          <a:p>
            <a:pPr lvl="1"/>
            <a:r>
              <a:rPr lang="en-US" dirty="0"/>
              <a:t>Report ID </a:t>
            </a:r>
          </a:p>
          <a:p>
            <a:r>
              <a:rPr lang="en-US" dirty="0"/>
              <a:t>Integrated this into TR frontend logic </a:t>
            </a:r>
          </a:p>
          <a:p>
            <a:r>
              <a:rPr lang="en-US" dirty="0"/>
              <a:t>Ensured secure communication between layers </a:t>
            </a:r>
          </a:p>
          <a:p>
            <a:r>
              <a:rPr lang="en-US" dirty="0"/>
              <a:t>👉 </a:t>
            </a:r>
            <a:r>
              <a:rPr lang="en-US" i="1" dirty="0"/>
              <a:t>Frontend now has everything needed to display dashboard</a:t>
            </a:r>
            <a:endParaRPr lang="en-US"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187460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7ECD3-6169-9409-A209-CD0F9EA58ABC}"/>
              </a:ext>
            </a:extLst>
          </p:cNvPr>
          <p:cNvSpPr>
            <a:spLocks noGrp="1"/>
          </p:cNvSpPr>
          <p:nvPr>
            <p:ph type="title"/>
          </p:nvPr>
        </p:nvSpPr>
        <p:spPr/>
        <p:txBody>
          <a:bodyPr/>
          <a:lstStyle/>
          <a:p>
            <a:r>
              <a:rPr lang="en-IN" b="1" dirty="0">
                <a:solidFill>
                  <a:srgbClr val="00B0F0"/>
                </a:solidFill>
              </a:rPr>
              <a:t>Embedding Dashboard in Talent Recruit System </a:t>
            </a:r>
          </a:p>
        </p:txBody>
      </p:sp>
      <p:sp>
        <p:nvSpPr>
          <p:cNvPr id="4" name="Date Placeholder 3">
            <a:extLst>
              <a:ext uri="{FF2B5EF4-FFF2-40B4-BE49-F238E27FC236}">
                <a16:creationId xmlns:a16="http://schemas.microsoft.com/office/drawing/2014/main" id="{BFDFDA6B-5BF9-0029-C78C-A339F706B422}"/>
              </a:ext>
            </a:extLst>
          </p:cNvPr>
          <p:cNvSpPr>
            <a:spLocks noGrp="1"/>
          </p:cNvSpPr>
          <p:nvPr>
            <p:ph type="dt" sz="half" idx="10"/>
          </p:nvPr>
        </p:nvSpPr>
        <p:spPr/>
        <p:txBody>
          <a:bodyPr/>
          <a:lstStyle/>
          <a:p>
            <a:fld id="{864BFFB7-4443-4602-A990-B076C1CFE86C}" type="datetime1">
              <a:rPr lang="en-IN" smtClean="0"/>
              <a:pPr/>
              <a:t>08-04-2026</a:t>
            </a:fld>
            <a:endParaRPr lang="en-IN" dirty="0"/>
          </a:p>
        </p:txBody>
      </p:sp>
      <p:sp>
        <p:nvSpPr>
          <p:cNvPr id="5" name="Slide Number Placeholder 4">
            <a:extLst>
              <a:ext uri="{FF2B5EF4-FFF2-40B4-BE49-F238E27FC236}">
                <a16:creationId xmlns:a16="http://schemas.microsoft.com/office/drawing/2014/main" id="{03C1F403-960C-C15C-2B7E-B4698F934192}"/>
              </a:ext>
            </a:extLst>
          </p:cNvPr>
          <p:cNvSpPr>
            <a:spLocks noGrp="1"/>
          </p:cNvSpPr>
          <p:nvPr>
            <p:ph type="sldNum" sz="quarter" idx="12"/>
          </p:nvPr>
        </p:nvSpPr>
        <p:spPr/>
        <p:txBody>
          <a:bodyPr/>
          <a:lstStyle/>
          <a:p>
            <a:fld id="{F32F6845-8F47-4AB8-B9CE-96D88E741707}" type="slidenum">
              <a:rPr lang="en-IN" smtClean="0"/>
              <a:pPr/>
              <a:t>21</a:t>
            </a:fld>
            <a:endParaRPr lang="en-IN" dirty="0"/>
          </a:p>
        </p:txBody>
      </p:sp>
      <p:sp>
        <p:nvSpPr>
          <p:cNvPr id="6" name="Rectangle 1">
            <a:extLst>
              <a:ext uri="{FF2B5EF4-FFF2-40B4-BE49-F238E27FC236}">
                <a16:creationId xmlns:a16="http://schemas.microsoft.com/office/drawing/2014/main" id="{10462EE2-C873-14AB-5E25-7A2DD0AFD8E9}"/>
              </a:ext>
            </a:extLst>
          </p:cNvPr>
          <p:cNvSpPr>
            <a:spLocks noGrp="1" noChangeArrowheads="1"/>
          </p:cNvSpPr>
          <p:nvPr>
            <p:ph idx="1"/>
          </p:nvPr>
        </p:nvSpPr>
        <p:spPr bwMode="auto">
          <a:xfrm>
            <a:off x="838200" y="1775714"/>
            <a:ext cx="10097278" cy="2606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endParaRPr lang="en-IN" sz="1800" b="1" dirty="0"/>
          </a:p>
          <a:p>
            <a:r>
              <a:rPr lang="en-IN" sz="1800" dirty="0"/>
              <a:t>Frontend used Power BI JavaScript SDK </a:t>
            </a:r>
          </a:p>
          <a:p>
            <a:r>
              <a:rPr lang="en-IN" sz="1800" dirty="0"/>
              <a:t>Loaded dashboard using embed configuration </a:t>
            </a:r>
          </a:p>
          <a:p>
            <a:r>
              <a:rPr lang="en-IN" sz="1800" dirty="0"/>
              <a:t>Dashboard rendered inside TR UI </a:t>
            </a:r>
          </a:p>
          <a:p>
            <a:r>
              <a:rPr lang="en-IN" sz="1800" dirty="0"/>
              <a:t>Users can interact with reports (filters, slicers, etc.) </a:t>
            </a:r>
          </a:p>
          <a:p>
            <a:r>
              <a:rPr lang="en-IN" sz="1800" dirty="0"/>
              <a:t>👉 </a:t>
            </a:r>
            <a:r>
              <a:rPr lang="en-IN" sz="1800" i="1" dirty="0"/>
              <a:t>Final outcome: Analytics available inside TR system</a:t>
            </a:r>
            <a:endParaRPr lang="en-IN" sz="1800" dirty="0"/>
          </a:p>
          <a:p>
            <a:endParaRPr lang="en-US" sz="1800" b="1" dirty="0">
              <a:ea typeface="Calibri"/>
              <a:cs typeface="Calibri"/>
            </a:endParaRPr>
          </a:p>
        </p:txBody>
      </p:sp>
    </p:spTree>
    <p:extLst>
      <p:ext uri="{BB962C8B-B14F-4D97-AF65-F5344CB8AC3E}">
        <p14:creationId xmlns:p14="http://schemas.microsoft.com/office/powerpoint/2010/main" val="28974966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BBA0D-D281-4B5F-CB58-6C35A6B479BF}"/>
              </a:ext>
            </a:extLst>
          </p:cNvPr>
          <p:cNvSpPr>
            <a:spLocks noGrp="1"/>
          </p:cNvSpPr>
          <p:nvPr>
            <p:ph type="title"/>
          </p:nvPr>
        </p:nvSpPr>
        <p:spPr/>
        <p:txBody>
          <a:bodyPr/>
          <a:lstStyle/>
          <a:p>
            <a:r>
              <a:rPr lang="en-IN" b="1" dirty="0">
                <a:solidFill>
                  <a:srgbClr val="00B0F0"/>
                </a:solidFill>
              </a:rPr>
              <a:t>Architecture</a:t>
            </a:r>
          </a:p>
        </p:txBody>
      </p:sp>
      <p:sp>
        <p:nvSpPr>
          <p:cNvPr id="4" name="Date Placeholder 3">
            <a:extLst>
              <a:ext uri="{FF2B5EF4-FFF2-40B4-BE49-F238E27FC236}">
                <a16:creationId xmlns:a16="http://schemas.microsoft.com/office/drawing/2014/main" id="{D564A719-8B07-34FA-4304-6553057FFEC4}"/>
              </a:ext>
            </a:extLst>
          </p:cNvPr>
          <p:cNvSpPr>
            <a:spLocks noGrp="1"/>
          </p:cNvSpPr>
          <p:nvPr>
            <p:ph type="dt" sz="half" idx="10"/>
          </p:nvPr>
        </p:nvSpPr>
        <p:spPr/>
        <p:txBody>
          <a:bodyPr/>
          <a:lstStyle/>
          <a:p>
            <a:fld id="{864BFFB7-4443-4602-A990-B076C1CFE86C}" type="datetime1">
              <a:rPr lang="en-IN" smtClean="0"/>
              <a:pPr/>
              <a:t>08-04-2026</a:t>
            </a:fld>
            <a:endParaRPr lang="en-IN" dirty="0"/>
          </a:p>
        </p:txBody>
      </p:sp>
      <p:sp>
        <p:nvSpPr>
          <p:cNvPr id="5" name="Slide Number Placeholder 4">
            <a:extLst>
              <a:ext uri="{FF2B5EF4-FFF2-40B4-BE49-F238E27FC236}">
                <a16:creationId xmlns:a16="http://schemas.microsoft.com/office/drawing/2014/main" id="{EBFFAA51-7F2A-5188-E8D9-53A803252FF7}"/>
              </a:ext>
            </a:extLst>
          </p:cNvPr>
          <p:cNvSpPr>
            <a:spLocks noGrp="1"/>
          </p:cNvSpPr>
          <p:nvPr>
            <p:ph type="sldNum" sz="quarter" idx="12"/>
          </p:nvPr>
        </p:nvSpPr>
        <p:spPr/>
        <p:txBody>
          <a:bodyPr/>
          <a:lstStyle/>
          <a:p>
            <a:fld id="{F32F6845-8F47-4AB8-B9CE-96D88E741707}" type="slidenum">
              <a:rPr lang="en-IN" smtClean="0"/>
              <a:pPr/>
              <a:t>22</a:t>
            </a:fld>
            <a:endParaRPr lang="en-IN" dirty="0"/>
          </a:p>
        </p:txBody>
      </p:sp>
      <p:pic>
        <p:nvPicPr>
          <p:cNvPr id="3075" name="Picture 3" descr="Introduction to Dataflows and Self-service Data Prep - Power BI | Microsoft  Learn">
            <a:extLst>
              <a:ext uri="{FF2B5EF4-FFF2-40B4-BE49-F238E27FC236}">
                <a16:creationId xmlns:a16="http://schemas.microsoft.com/office/drawing/2014/main" id="{E99CB59C-BBC8-B097-79D7-58C43DF5DCE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0613" y="1418254"/>
            <a:ext cx="3714735" cy="2292220"/>
          </a:xfrm>
          <a:prstGeom prst="rect">
            <a:avLst/>
          </a:prstGeom>
          <a:noFill/>
          <a:extLst>
            <a:ext uri="{909E8E84-426E-40DD-AFC4-6F175D3DCCD1}">
              <a14:hiddenFill xmlns:a14="http://schemas.microsoft.com/office/drawing/2010/main">
                <a:solidFill>
                  <a:srgbClr val="FFFFFF"/>
                </a:solidFill>
              </a14:hiddenFill>
            </a:ext>
          </a:extLst>
        </p:spPr>
      </p:pic>
      <p:pic>
        <p:nvPicPr>
          <p:cNvPr id="3077" name="Picture 5" descr="ETL In PowerBI(Part — 2):. Power Query Editors, a powerful feature ...">
            <a:extLst>
              <a:ext uri="{FF2B5EF4-FFF2-40B4-BE49-F238E27FC236}">
                <a16:creationId xmlns:a16="http://schemas.microsoft.com/office/drawing/2014/main" id="{F37D7309-B0DA-BE4A-FC85-5A4B59A71C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06347" y="1352743"/>
            <a:ext cx="6911219" cy="2292221"/>
          </a:xfrm>
          <a:prstGeom prst="rect">
            <a:avLst/>
          </a:prstGeom>
          <a:noFill/>
          <a:extLst>
            <a:ext uri="{909E8E84-426E-40DD-AFC4-6F175D3DCCD1}">
              <a14:hiddenFill xmlns:a14="http://schemas.microsoft.com/office/drawing/2010/main">
                <a:solidFill>
                  <a:srgbClr val="FFFFFF"/>
                </a:solidFill>
              </a14:hiddenFill>
            </a:ext>
          </a:extLst>
        </p:spPr>
      </p:pic>
      <p:sp>
        <p:nvSpPr>
          <p:cNvPr id="7" name="AutoShape 7" descr="Power BI usage scenarios: Self-service data preparation ...">
            <a:extLst>
              <a:ext uri="{FF2B5EF4-FFF2-40B4-BE49-F238E27FC236}">
                <a16:creationId xmlns:a16="http://schemas.microsoft.com/office/drawing/2014/main" id="{6A3E7C50-1B25-D3BF-CDE4-B3732C1A74C4}"/>
              </a:ext>
            </a:extLst>
          </p:cNvPr>
          <p:cNvSpPr>
            <a:spLocks noChangeAspect="1" noChangeArrowheads="1"/>
          </p:cNvSpPr>
          <p:nvPr/>
        </p:nvSpPr>
        <p:spPr bwMode="auto">
          <a:xfrm>
            <a:off x="5943599" y="3276599"/>
            <a:ext cx="1502229" cy="150222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AutoShape 9" descr="Power BI usage scenarios: Self-service data preparation ...">
            <a:extLst>
              <a:ext uri="{FF2B5EF4-FFF2-40B4-BE49-F238E27FC236}">
                <a16:creationId xmlns:a16="http://schemas.microsoft.com/office/drawing/2014/main" id="{C0B82D2E-4991-2252-3FC3-0F54F2B51A8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23563485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0BC0D-C30E-F713-EE74-801542B038B6}"/>
              </a:ext>
            </a:extLst>
          </p:cNvPr>
          <p:cNvSpPr>
            <a:spLocks noGrp="1"/>
          </p:cNvSpPr>
          <p:nvPr>
            <p:ph type="title"/>
          </p:nvPr>
        </p:nvSpPr>
        <p:spPr/>
        <p:txBody>
          <a:bodyPr/>
          <a:lstStyle/>
          <a:p>
            <a:endParaRPr lang="en-IN" b="1" dirty="0">
              <a:solidFill>
                <a:srgbClr val="00B0F0"/>
              </a:solidFill>
            </a:endParaRPr>
          </a:p>
        </p:txBody>
      </p:sp>
      <p:sp>
        <p:nvSpPr>
          <p:cNvPr id="4" name="Date Placeholder 3">
            <a:extLst>
              <a:ext uri="{FF2B5EF4-FFF2-40B4-BE49-F238E27FC236}">
                <a16:creationId xmlns:a16="http://schemas.microsoft.com/office/drawing/2014/main" id="{3B95A265-8C94-ADB4-CB45-6ACB3C57166E}"/>
              </a:ext>
            </a:extLst>
          </p:cNvPr>
          <p:cNvSpPr>
            <a:spLocks noGrp="1"/>
          </p:cNvSpPr>
          <p:nvPr>
            <p:ph type="dt" sz="half" idx="10"/>
          </p:nvPr>
        </p:nvSpPr>
        <p:spPr/>
        <p:txBody>
          <a:bodyPr/>
          <a:lstStyle/>
          <a:p>
            <a:fld id="{864BFFB7-4443-4602-A990-B076C1CFE86C}" type="datetime1">
              <a:rPr lang="en-IN" smtClean="0"/>
              <a:pPr/>
              <a:t>08-04-2026</a:t>
            </a:fld>
            <a:endParaRPr lang="en-IN" dirty="0"/>
          </a:p>
        </p:txBody>
      </p:sp>
      <p:sp>
        <p:nvSpPr>
          <p:cNvPr id="5" name="Slide Number Placeholder 4">
            <a:extLst>
              <a:ext uri="{FF2B5EF4-FFF2-40B4-BE49-F238E27FC236}">
                <a16:creationId xmlns:a16="http://schemas.microsoft.com/office/drawing/2014/main" id="{D665A21C-6360-B3C6-6371-C6A12DB9B5B1}"/>
              </a:ext>
            </a:extLst>
          </p:cNvPr>
          <p:cNvSpPr>
            <a:spLocks noGrp="1"/>
          </p:cNvSpPr>
          <p:nvPr>
            <p:ph type="sldNum" sz="quarter" idx="12"/>
          </p:nvPr>
        </p:nvSpPr>
        <p:spPr/>
        <p:txBody>
          <a:bodyPr/>
          <a:lstStyle/>
          <a:p>
            <a:fld id="{F32F6845-8F47-4AB8-B9CE-96D88E741707}" type="slidenum">
              <a:rPr lang="en-IN" smtClean="0"/>
              <a:pPr/>
              <a:t>23</a:t>
            </a:fld>
            <a:endParaRPr lang="en-IN" dirty="0"/>
          </a:p>
        </p:txBody>
      </p:sp>
      <p:sp>
        <p:nvSpPr>
          <p:cNvPr id="6" name="Rectangle 1">
            <a:extLst>
              <a:ext uri="{FF2B5EF4-FFF2-40B4-BE49-F238E27FC236}">
                <a16:creationId xmlns:a16="http://schemas.microsoft.com/office/drawing/2014/main" id="{E77EF225-1972-4353-2A26-81DFF0130378}"/>
              </a:ext>
            </a:extLst>
          </p:cNvPr>
          <p:cNvSpPr>
            <a:spLocks noGrp="1" noChangeArrowheads="1"/>
          </p:cNvSpPr>
          <p:nvPr>
            <p:ph idx="1"/>
          </p:nvPr>
        </p:nvSpPr>
        <p:spPr bwMode="auto">
          <a:xfrm>
            <a:off x="754224" y="3047838"/>
            <a:ext cx="101719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 name="Picture 9">
            <a:extLst>
              <a:ext uri="{FF2B5EF4-FFF2-40B4-BE49-F238E27FC236}">
                <a16:creationId xmlns:a16="http://schemas.microsoft.com/office/drawing/2014/main" id="{7658BD57-5F8C-87A9-F07A-8EEC368E1B15}"/>
              </a:ext>
            </a:extLst>
          </p:cNvPr>
          <p:cNvPicPr>
            <a:picLocks noChangeAspect="1"/>
          </p:cNvPicPr>
          <p:nvPr/>
        </p:nvPicPr>
        <p:blipFill>
          <a:blip r:embed="rId2"/>
          <a:stretch>
            <a:fillRect/>
          </a:stretch>
        </p:blipFill>
        <p:spPr>
          <a:xfrm>
            <a:off x="2087919" y="1851770"/>
            <a:ext cx="5191829" cy="3130800"/>
          </a:xfrm>
          <a:prstGeom prst="rect">
            <a:avLst/>
          </a:prstGeom>
        </p:spPr>
      </p:pic>
    </p:spTree>
    <p:extLst>
      <p:ext uri="{BB962C8B-B14F-4D97-AF65-F5344CB8AC3E}">
        <p14:creationId xmlns:p14="http://schemas.microsoft.com/office/powerpoint/2010/main" val="9810380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43518-EBD9-C2FB-7A3D-CA86DE369E2A}"/>
              </a:ext>
            </a:extLst>
          </p:cNvPr>
          <p:cNvSpPr>
            <a:spLocks noGrp="1"/>
          </p:cNvSpPr>
          <p:nvPr>
            <p:ph type="title"/>
          </p:nvPr>
        </p:nvSpPr>
        <p:spPr/>
        <p:txBody>
          <a:bodyPr/>
          <a:lstStyle/>
          <a:p>
            <a:r>
              <a:rPr lang="en-IN" b="1" dirty="0">
                <a:solidFill>
                  <a:srgbClr val="00B0F0"/>
                </a:solidFill>
              </a:rPr>
              <a:t>Outcome and Input</a:t>
            </a:r>
          </a:p>
        </p:txBody>
      </p:sp>
      <p:sp>
        <p:nvSpPr>
          <p:cNvPr id="4" name="Date Placeholder 3">
            <a:extLst>
              <a:ext uri="{FF2B5EF4-FFF2-40B4-BE49-F238E27FC236}">
                <a16:creationId xmlns:a16="http://schemas.microsoft.com/office/drawing/2014/main" id="{D6B04DB3-A523-0199-EEFD-192EC8D52FB8}"/>
              </a:ext>
            </a:extLst>
          </p:cNvPr>
          <p:cNvSpPr>
            <a:spLocks noGrp="1"/>
          </p:cNvSpPr>
          <p:nvPr>
            <p:ph type="dt" sz="half" idx="10"/>
          </p:nvPr>
        </p:nvSpPr>
        <p:spPr/>
        <p:txBody>
          <a:bodyPr/>
          <a:lstStyle/>
          <a:p>
            <a:fld id="{864BFFB7-4443-4602-A990-B076C1CFE86C}" type="datetime1">
              <a:rPr lang="en-IN" smtClean="0"/>
              <a:pPr/>
              <a:t>08-04-2026</a:t>
            </a:fld>
            <a:endParaRPr lang="en-IN" dirty="0"/>
          </a:p>
        </p:txBody>
      </p:sp>
      <p:sp>
        <p:nvSpPr>
          <p:cNvPr id="5" name="Slide Number Placeholder 4">
            <a:extLst>
              <a:ext uri="{FF2B5EF4-FFF2-40B4-BE49-F238E27FC236}">
                <a16:creationId xmlns:a16="http://schemas.microsoft.com/office/drawing/2014/main" id="{67183109-DDC8-58DA-62D1-36D63901BF03}"/>
              </a:ext>
            </a:extLst>
          </p:cNvPr>
          <p:cNvSpPr>
            <a:spLocks noGrp="1"/>
          </p:cNvSpPr>
          <p:nvPr>
            <p:ph type="sldNum" sz="quarter" idx="12"/>
          </p:nvPr>
        </p:nvSpPr>
        <p:spPr/>
        <p:txBody>
          <a:bodyPr/>
          <a:lstStyle/>
          <a:p>
            <a:fld id="{F32F6845-8F47-4AB8-B9CE-96D88E741707}" type="slidenum">
              <a:rPr lang="en-IN" smtClean="0"/>
              <a:pPr/>
              <a:t>24</a:t>
            </a:fld>
            <a:endParaRPr lang="en-IN" dirty="0"/>
          </a:p>
        </p:txBody>
      </p:sp>
      <p:sp>
        <p:nvSpPr>
          <p:cNvPr id="6" name="Rectangle 1">
            <a:extLst>
              <a:ext uri="{FF2B5EF4-FFF2-40B4-BE49-F238E27FC236}">
                <a16:creationId xmlns:a16="http://schemas.microsoft.com/office/drawing/2014/main" id="{50961557-BBD9-223D-DC2D-D9643431AAA5}"/>
              </a:ext>
            </a:extLst>
          </p:cNvPr>
          <p:cNvSpPr>
            <a:spLocks noGrp="1" noChangeArrowheads="1"/>
          </p:cNvSpPr>
          <p:nvPr>
            <p:ph idx="1"/>
          </p:nvPr>
        </p:nvSpPr>
        <p:spPr bwMode="auto">
          <a:xfrm>
            <a:off x="726232" y="2030660"/>
            <a:ext cx="10041294" cy="2506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endParaRPr lang="en-US" sz="1800" b="1" dirty="0"/>
          </a:p>
          <a:p>
            <a:r>
              <a:rPr lang="en-US" sz="1800" dirty="0"/>
              <a:t>Centralized analytics within TR system </a:t>
            </a:r>
          </a:p>
          <a:p>
            <a:r>
              <a:rPr lang="en-US" sz="1800" dirty="0"/>
              <a:t>Enabled real-time insights for stakeholders </a:t>
            </a:r>
          </a:p>
          <a:p>
            <a:r>
              <a:rPr lang="en-US" sz="1800" dirty="0"/>
              <a:t>Reduced manual reporting effort significantly </a:t>
            </a:r>
          </a:p>
          <a:p>
            <a:r>
              <a:rPr lang="en-US" sz="1800" dirty="0"/>
              <a:t>Improved decision-making speed and accuracy </a:t>
            </a:r>
          </a:p>
          <a:p>
            <a:r>
              <a:rPr lang="en-US" sz="1800" dirty="0"/>
              <a:t>Created scalable and reusable analytics solution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164962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C63DE-B134-780F-6D63-35D3F1E0B53C}"/>
              </a:ext>
            </a:extLst>
          </p:cNvPr>
          <p:cNvSpPr>
            <a:spLocks noGrp="1"/>
          </p:cNvSpPr>
          <p:nvPr>
            <p:ph type="title"/>
          </p:nvPr>
        </p:nvSpPr>
        <p:spPr/>
        <p:txBody>
          <a:bodyPr/>
          <a:lstStyle/>
          <a:p>
            <a:r>
              <a:rPr lang="en-IN" b="1" dirty="0">
                <a:solidFill>
                  <a:schemeClr val="accent1"/>
                </a:solidFill>
              </a:rPr>
              <a:t>Advanced Analytics</a:t>
            </a:r>
          </a:p>
        </p:txBody>
      </p:sp>
      <p:pic>
        <p:nvPicPr>
          <p:cNvPr id="7" name="Content Placeholder 6">
            <a:extLst>
              <a:ext uri="{FF2B5EF4-FFF2-40B4-BE49-F238E27FC236}">
                <a16:creationId xmlns:a16="http://schemas.microsoft.com/office/drawing/2014/main" id="{50563793-5B3E-F9F1-CBAC-0775A6D10B73}"/>
              </a:ext>
            </a:extLst>
          </p:cNvPr>
          <p:cNvPicPr>
            <a:picLocks noGrp="1" noChangeAspect="1"/>
          </p:cNvPicPr>
          <p:nvPr>
            <p:ph idx="1"/>
          </p:nvPr>
        </p:nvPicPr>
        <p:blipFill>
          <a:blip r:embed="rId2"/>
          <a:stretch>
            <a:fillRect/>
          </a:stretch>
        </p:blipFill>
        <p:spPr>
          <a:xfrm>
            <a:off x="614405" y="1253331"/>
            <a:ext cx="10490223" cy="4351338"/>
          </a:xfrm>
          <a:prstGeom prst="rect">
            <a:avLst/>
          </a:prstGeom>
        </p:spPr>
      </p:pic>
      <p:sp>
        <p:nvSpPr>
          <p:cNvPr id="4" name="Date Placeholder 3">
            <a:extLst>
              <a:ext uri="{FF2B5EF4-FFF2-40B4-BE49-F238E27FC236}">
                <a16:creationId xmlns:a16="http://schemas.microsoft.com/office/drawing/2014/main" id="{186AE2CF-D8FD-A92A-C698-BC72AA461CEC}"/>
              </a:ext>
            </a:extLst>
          </p:cNvPr>
          <p:cNvSpPr>
            <a:spLocks noGrp="1"/>
          </p:cNvSpPr>
          <p:nvPr>
            <p:ph type="dt" sz="half" idx="10"/>
          </p:nvPr>
        </p:nvSpPr>
        <p:spPr/>
        <p:txBody>
          <a:bodyPr/>
          <a:lstStyle/>
          <a:p>
            <a:fld id="{864BFFB7-4443-4602-A990-B076C1CFE86C}" type="datetime1">
              <a:rPr lang="en-IN" smtClean="0"/>
              <a:pPr/>
              <a:t>08-04-2026</a:t>
            </a:fld>
            <a:endParaRPr lang="en-IN" dirty="0"/>
          </a:p>
        </p:txBody>
      </p:sp>
      <p:sp>
        <p:nvSpPr>
          <p:cNvPr id="5" name="Slide Number Placeholder 4">
            <a:extLst>
              <a:ext uri="{FF2B5EF4-FFF2-40B4-BE49-F238E27FC236}">
                <a16:creationId xmlns:a16="http://schemas.microsoft.com/office/drawing/2014/main" id="{52E81499-2ADD-1ABB-B983-D8ABE8D68398}"/>
              </a:ext>
            </a:extLst>
          </p:cNvPr>
          <p:cNvSpPr>
            <a:spLocks noGrp="1"/>
          </p:cNvSpPr>
          <p:nvPr>
            <p:ph type="sldNum" sz="quarter" idx="12"/>
          </p:nvPr>
        </p:nvSpPr>
        <p:spPr/>
        <p:txBody>
          <a:bodyPr/>
          <a:lstStyle/>
          <a:p>
            <a:fld id="{F32F6845-8F47-4AB8-B9CE-96D88E741707}" type="slidenum">
              <a:rPr lang="en-IN" smtClean="0"/>
              <a:pPr/>
              <a:t>25</a:t>
            </a:fld>
            <a:endParaRPr lang="en-IN" dirty="0"/>
          </a:p>
        </p:txBody>
      </p:sp>
    </p:spTree>
    <p:extLst>
      <p:ext uri="{BB962C8B-B14F-4D97-AF65-F5344CB8AC3E}">
        <p14:creationId xmlns:p14="http://schemas.microsoft.com/office/powerpoint/2010/main" val="25968810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80F9C-42CF-95F2-ED59-85EFB3E9F3F9}"/>
              </a:ext>
            </a:extLst>
          </p:cNvPr>
          <p:cNvSpPr>
            <a:spLocks noGrp="1"/>
          </p:cNvSpPr>
          <p:nvPr>
            <p:ph type="title"/>
          </p:nvPr>
        </p:nvSpPr>
        <p:spPr/>
        <p:txBody>
          <a:bodyPr/>
          <a:lstStyle/>
          <a:p>
            <a:r>
              <a:rPr lang="en-US" b="1">
                <a:solidFill>
                  <a:schemeClr val="accent1"/>
                </a:solidFill>
                <a:ea typeface="Calibri Light"/>
                <a:cs typeface="Calibri Light"/>
              </a:rPr>
              <a:t>System Design</a:t>
            </a:r>
          </a:p>
        </p:txBody>
      </p:sp>
      <p:pic>
        <p:nvPicPr>
          <p:cNvPr id="6" name="Content Placeholder 5" descr="A screenshot of a computer&#10;&#10;AI-generated content may be incorrect.">
            <a:extLst>
              <a:ext uri="{FF2B5EF4-FFF2-40B4-BE49-F238E27FC236}">
                <a16:creationId xmlns:a16="http://schemas.microsoft.com/office/drawing/2014/main" id="{C590BD28-0065-65A9-2C23-B5F85362C739}"/>
              </a:ext>
            </a:extLst>
          </p:cNvPr>
          <p:cNvPicPr>
            <a:picLocks noGrp="1" noChangeAspect="1"/>
          </p:cNvPicPr>
          <p:nvPr>
            <p:ph idx="1"/>
          </p:nvPr>
        </p:nvPicPr>
        <p:blipFill>
          <a:blip r:embed="rId2"/>
          <a:stretch>
            <a:fillRect/>
          </a:stretch>
        </p:blipFill>
        <p:spPr>
          <a:xfrm>
            <a:off x="1410567" y="1387214"/>
            <a:ext cx="8118263" cy="4351338"/>
          </a:xfrm>
          <a:prstGeom prst="rect">
            <a:avLst/>
          </a:prstGeom>
        </p:spPr>
      </p:pic>
      <p:sp>
        <p:nvSpPr>
          <p:cNvPr id="4" name="Date Placeholder 3">
            <a:extLst>
              <a:ext uri="{FF2B5EF4-FFF2-40B4-BE49-F238E27FC236}">
                <a16:creationId xmlns:a16="http://schemas.microsoft.com/office/drawing/2014/main" id="{82275383-D16A-2DE9-D69D-0F3A5B2F3915}"/>
              </a:ext>
            </a:extLst>
          </p:cNvPr>
          <p:cNvSpPr>
            <a:spLocks noGrp="1"/>
          </p:cNvSpPr>
          <p:nvPr>
            <p:ph type="dt" sz="half" idx="10"/>
          </p:nvPr>
        </p:nvSpPr>
        <p:spPr/>
        <p:txBody>
          <a:bodyPr/>
          <a:lstStyle/>
          <a:p>
            <a:fld id="{864BFFB7-4443-4602-A990-B076C1CFE86C}" type="datetime1">
              <a:rPr lang="en-IN" smtClean="0"/>
              <a:pPr/>
              <a:t>08-04-2026</a:t>
            </a:fld>
            <a:endParaRPr lang="en-IN" dirty="0"/>
          </a:p>
        </p:txBody>
      </p:sp>
      <p:sp>
        <p:nvSpPr>
          <p:cNvPr id="5" name="Slide Number Placeholder 4">
            <a:extLst>
              <a:ext uri="{FF2B5EF4-FFF2-40B4-BE49-F238E27FC236}">
                <a16:creationId xmlns:a16="http://schemas.microsoft.com/office/drawing/2014/main" id="{36954161-57A7-D627-5501-FE659C81340E}"/>
              </a:ext>
            </a:extLst>
          </p:cNvPr>
          <p:cNvSpPr>
            <a:spLocks noGrp="1"/>
          </p:cNvSpPr>
          <p:nvPr>
            <p:ph type="sldNum" sz="quarter" idx="12"/>
          </p:nvPr>
        </p:nvSpPr>
        <p:spPr/>
        <p:txBody>
          <a:bodyPr/>
          <a:lstStyle/>
          <a:p>
            <a:fld id="{F32F6845-8F47-4AB8-B9CE-96D88E741707}" type="slidenum">
              <a:rPr lang="en-IN" smtClean="0"/>
              <a:pPr/>
              <a:t>26</a:t>
            </a:fld>
            <a:endParaRPr lang="en-IN" dirty="0"/>
          </a:p>
        </p:txBody>
      </p:sp>
    </p:spTree>
    <p:extLst>
      <p:ext uri="{BB962C8B-B14F-4D97-AF65-F5344CB8AC3E}">
        <p14:creationId xmlns:p14="http://schemas.microsoft.com/office/powerpoint/2010/main" val="20739938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636AB-E03D-9F93-0CFE-7976DDB8AB6B}"/>
              </a:ext>
            </a:extLst>
          </p:cNvPr>
          <p:cNvSpPr>
            <a:spLocks noGrp="1"/>
          </p:cNvSpPr>
          <p:nvPr>
            <p:ph type="title"/>
          </p:nvPr>
        </p:nvSpPr>
        <p:spPr>
          <a:xfrm>
            <a:off x="838200" y="365125"/>
            <a:ext cx="10066751" cy="208659"/>
          </a:xfrm>
        </p:spPr>
        <p:txBody>
          <a:bodyPr>
            <a:normAutofit fontScale="90000"/>
          </a:bodyPr>
          <a:lstStyle/>
          <a:p>
            <a:r>
              <a:rPr lang="en-US" b="1" dirty="0">
                <a:solidFill>
                  <a:schemeClr val="accent1"/>
                </a:solidFill>
                <a:ea typeface="Calibri Light"/>
                <a:cs typeface="Calibri Light"/>
              </a:rPr>
              <a:t>System </a:t>
            </a:r>
            <a:r>
              <a:rPr lang="en-US" b="1">
                <a:solidFill>
                  <a:schemeClr val="accent1"/>
                </a:solidFill>
                <a:ea typeface="Calibri Light"/>
                <a:cs typeface="Calibri Light"/>
              </a:rPr>
              <a:t>Implementation</a:t>
            </a:r>
            <a:endParaRPr lang="en-US" b="1" dirty="0">
              <a:solidFill>
                <a:schemeClr val="accent1"/>
              </a:solidFill>
              <a:ea typeface="Calibri Light"/>
              <a:cs typeface="Calibri Light"/>
            </a:endParaRPr>
          </a:p>
        </p:txBody>
      </p:sp>
      <p:sp>
        <p:nvSpPr>
          <p:cNvPr id="3" name="Content Placeholder 2">
            <a:extLst>
              <a:ext uri="{FF2B5EF4-FFF2-40B4-BE49-F238E27FC236}">
                <a16:creationId xmlns:a16="http://schemas.microsoft.com/office/drawing/2014/main" id="{16BA440C-35DC-988B-7F2A-1E9DFD9629A9}"/>
              </a:ext>
            </a:extLst>
          </p:cNvPr>
          <p:cNvSpPr>
            <a:spLocks noGrp="1"/>
          </p:cNvSpPr>
          <p:nvPr>
            <p:ph idx="1"/>
          </p:nvPr>
        </p:nvSpPr>
        <p:spPr>
          <a:xfrm>
            <a:off x="963460" y="896611"/>
            <a:ext cx="5484312" cy="5812707"/>
          </a:xfrm>
        </p:spPr>
        <p:txBody>
          <a:bodyPr vert="horz" lIns="91440" tIns="45720" rIns="91440" bIns="45720" rtlCol="0" anchor="t">
            <a:normAutofit fontScale="47500" lnSpcReduction="20000"/>
          </a:bodyPr>
          <a:lstStyle/>
          <a:p>
            <a:r>
              <a:rPr lang="en-IN" sz="3600" b="1" dirty="0"/>
              <a:t>Architecture Model</a:t>
            </a:r>
            <a:br>
              <a:rPr lang="en-IN" sz="3600" dirty="0"/>
            </a:br>
            <a:r>
              <a:rPr lang="en-IN" sz="3600" dirty="0"/>
              <a:t>App-Owns-Data embedding approach</a:t>
            </a:r>
            <a:br>
              <a:rPr lang="en-IN" sz="3600" dirty="0"/>
            </a:br>
            <a:r>
              <a:rPr lang="en-IN" sz="3600" dirty="0"/>
              <a:t>Backend manages authentication and token generation</a:t>
            </a:r>
          </a:p>
          <a:p>
            <a:r>
              <a:rPr lang="en-IN" sz="3600" b="1" dirty="0"/>
              <a:t>Authentication &amp; Authorization</a:t>
            </a:r>
            <a:br>
              <a:rPr lang="en-IN" sz="3600" dirty="0"/>
            </a:br>
            <a:r>
              <a:rPr lang="en-IN" sz="3600" dirty="0"/>
              <a:t>Azure Active Directory (AAD) used for secure authentication</a:t>
            </a:r>
            <a:br>
              <a:rPr lang="en-IN" sz="3600" dirty="0"/>
            </a:br>
            <a:r>
              <a:rPr lang="en-IN" sz="3600" dirty="0"/>
              <a:t>Service Principal / App Registration configured</a:t>
            </a:r>
            <a:br>
              <a:rPr lang="en-IN" sz="3600" dirty="0"/>
            </a:br>
            <a:r>
              <a:rPr lang="en-IN" sz="3600" dirty="0"/>
              <a:t>OAuth 2.0 flow to generate Access Token (JWT)</a:t>
            </a:r>
          </a:p>
          <a:p>
            <a:r>
              <a:rPr lang="en-IN" sz="3600" b="1" dirty="0"/>
              <a:t>Power BI REST API Integration</a:t>
            </a:r>
            <a:br>
              <a:rPr lang="en-IN" sz="3600" dirty="0"/>
            </a:br>
            <a:r>
              <a:rPr lang="en-IN" sz="3600" dirty="0"/>
              <a:t>Backend interacts with Power BI Service via REST APIs</a:t>
            </a:r>
            <a:br>
              <a:rPr lang="en-IN" sz="3600" dirty="0"/>
            </a:br>
            <a:r>
              <a:rPr lang="en-IN" sz="3600" dirty="0" err="1"/>
              <a:t>APIs</a:t>
            </a:r>
            <a:r>
              <a:rPr lang="en-IN" sz="3600" dirty="0"/>
              <a:t> used:</a:t>
            </a:r>
          </a:p>
          <a:p>
            <a:r>
              <a:rPr lang="en-IN" sz="3600" dirty="0"/>
              <a:t>Get Reports API </a:t>
            </a:r>
          </a:p>
          <a:p>
            <a:r>
              <a:rPr lang="en-IN" sz="3600" dirty="0"/>
              <a:t>Generate Embed Token API </a:t>
            </a:r>
          </a:p>
          <a:p>
            <a:r>
              <a:rPr lang="en-IN" sz="3600" b="1" dirty="0"/>
              <a:t>Token Generation Flow</a:t>
            </a:r>
            <a:br>
              <a:rPr lang="en-IN" sz="3600" dirty="0"/>
            </a:br>
            <a:r>
              <a:rPr lang="en-IN" sz="3600" dirty="0"/>
              <a:t>Access Token → used to call Power BI APIs</a:t>
            </a:r>
            <a:br>
              <a:rPr lang="en-IN" sz="3600" dirty="0"/>
            </a:br>
            <a:r>
              <a:rPr lang="en-IN" sz="3600" dirty="0"/>
              <a:t>Embed Token → generated for secure report access</a:t>
            </a:r>
            <a:br>
              <a:rPr lang="en-IN" sz="3600" dirty="0"/>
            </a:br>
            <a:r>
              <a:rPr lang="en-IN" sz="3600" dirty="0"/>
              <a:t>Embed token is short-lived and scoped</a:t>
            </a:r>
          </a:p>
          <a:p>
            <a:r>
              <a:rPr lang="en-IN" sz="3600" b="1" dirty="0"/>
              <a:t>Backend Responsibilities</a:t>
            </a:r>
            <a:br>
              <a:rPr lang="en-IN" sz="3600" dirty="0"/>
            </a:br>
            <a:r>
              <a:rPr lang="en-IN" sz="3600" dirty="0"/>
              <a:t>Handle secure API communication</a:t>
            </a:r>
            <a:br>
              <a:rPr lang="en-IN" sz="3600" dirty="0"/>
            </a:br>
            <a:r>
              <a:rPr lang="en-IN" sz="3600" dirty="0"/>
              <a:t>Generate and manage tokens</a:t>
            </a:r>
            <a:br>
              <a:rPr lang="en-IN" sz="3600" dirty="0"/>
            </a:br>
            <a:r>
              <a:rPr lang="en-IN" sz="3600" dirty="0"/>
              <a:t>Send Embed URL + Embed Token to frontend</a:t>
            </a:r>
          </a:p>
          <a:p>
            <a:endParaRPr lang="en-US" sz="3600" dirty="0">
              <a:ea typeface="Calibri"/>
              <a:cs typeface="Calibri"/>
            </a:endParaRPr>
          </a:p>
        </p:txBody>
      </p:sp>
      <p:sp>
        <p:nvSpPr>
          <p:cNvPr id="4" name="Date Placeholder 3">
            <a:extLst>
              <a:ext uri="{FF2B5EF4-FFF2-40B4-BE49-F238E27FC236}">
                <a16:creationId xmlns:a16="http://schemas.microsoft.com/office/drawing/2014/main" id="{524B5FAD-954A-E11F-BF73-1B1AC39370F8}"/>
              </a:ext>
            </a:extLst>
          </p:cNvPr>
          <p:cNvSpPr>
            <a:spLocks noGrp="1"/>
          </p:cNvSpPr>
          <p:nvPr>
            <p:ph type="dt" sz="half" idx="10"/>
          </p:nvPr>
        </p:nvSpPr>
        <p:spPr/>
        <p:txBody>
          <a:bodyPr/>
          <a:lstStyle/>
          <a:p>
            <a:fld id="{864BFFB7-4443-4602-A990-B076C1CFE86C}" type="datetime1">
              <a:rPr lang="en-IN" smtClean="0"/>
              <a:pPr/>
              <a:t>08-04-2026</a:t>
            </a:fld>
            <a:endParaRPr lang="en-IN" dirty="0"/>
          </a:p>
        </p:txBody>
      </p:sp>
      <p:sp>
        <p:nvSpPr>
          <p:cNvPr id="5" name="Slide Number Placeholder 4">
            <a:extLst>
              <a:ext uri="{FF2B5EF4-FFF2-40B4-BE49-F238E27FC236}">
                <a16:creationId xmlns:a16="http://schemas.microsoft.com/office/drawing/2014/main" id="{FAAD9B7D-AA14-156E-65ED-9857D3197A52}"/>
              </a:ext>
            </a:extLst>
          </p:cNvPr>
          <p:cNvSpPr>
            <a:spLocks noGrp="1"/>
          </p:cNvSpPr>
          <p:nvPr>
            <p:ph type="sldNum" sz="quarter" idx="12"/>
          </p:nvPr>
        </p:nvSpPr>
        <p:spPr/>
        <p:txBody>
          <a:bodyPr/>
          <a:lstStyle/>
          <a:p>
            <a:fld id="{F32F6845-8F47-4AB8-B9CE-96D88E741707}" type="slidenum">
              <a:rPr lang="en-IN" smtClean="0"/>
              <a:pPr/>
              <a:t>27</a:t>
            </a:fld>
            <a:endParaRPr lang="en-IN" dirty="0"/>
          </a:p>
        </p:txBody>
      </p:sp>
    </p:spTree>
    <p:extLst>
      <p:ext uri="{BB962C8B-B14F-4D97-AF65-F5344CB8AC3E}">
        <p14:creationId xmlns:p14="http://schemas.microsoft.com/office/powerpoint/2010/main" val="26007528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DAD42B-00AA-DEB5-9522-F03F35698F64}"/>
              </a:ext>
            </a:extLst>
          </p:cNvPr>
          <p:cNvSpPr>
            <a:spLocks noGrp="1"/>
          </p:cNvSpPr>
          <p:nvPr>
            <p:ph type="title"/>
          </p:nvPr>
        </p:nvSpPr>
        <p:spPr>
          <a:xfrm>
            <a:off x="838200" y="365125"/>
            <a:ext cx="9356943" cy="365235"/>
          </a:xfrm>
        </p:spPr>
        <p:txBody>
          <a:bodyPr>
            <a:normAutofit fontScale="90000"/>
          </a:bodyPr>
          <a:lstStyle/>
          <a:p>
            <a:r>
              <a:rPr lang="en-US" b="1">
                <a:solidFill>
                  <a:schemeClr val="accent1"/>
                </a:solidFill>
                <a:ea typeface="Calibri Light"/>
                <a:cs typeface="Calibri Light"/>
              </a:rPr>
              <a:t>System Implementation</a:t>
            </a:r>
          </a:p>
          <a:p>
            <a:endParaRPr lang="en-US" dirty="0">
              <a:ea typeface="Calibri Light"/>
              <a:cs typeface="Calibri Light"/>
            </a:endParaRPr>
          </a:p>
        </p:txBody>
      </p:sp>
      <p:sp>
        <p:nvSpPr>
          <p:cNvPr id="3" name="Content Placeholder 2">
            <a:extLst>
              <a:ext uri="{FF2B5EF4-FFF2-40B4-BE49-F238E27FC236}">
                <a16:creationId xmlns:a16="http://schemas.microsoft.com/office/drawing/2014/main" id="{162EB6F6-6976-1FB7-6AF1-57D8F1F5EB9B}"/>
              </a:ext>
            </a:extLst>
          </p:cNvPr>
          <p:cNvSpPr>
            <a:spLocks noGrp="1"/>
          </p:cNvSpPr>
          <p:nvPr>
            <p:ph idx="1"/>
          </p:nvPr>
        </p:nvSpPr>
        <p:spPr>
          <a:xfrm>
            <a:off x="1307926" y="541707"/>
            <a:ext cx="5432117" cy="5802267"/>
          </a:xfrm>
        </p:spPr>
        <p:txBody>
          <a:bodyPr vert="horz" lIns="91440" tIns="45720" rIns="91440" bIns="45720" rtlCol="0" anchor="t">
            <a:normAutofit/>
          </a:bodyPr>
          <a:lstStyle/>
          <a:p>
            <a:r>
              <a:rPr lang="en-IN" sz="1600" b="1" dirty="0"/>
              <a:t>Frontend Integration (TR System UI)</a:t>
            </a:r>
            <a:br>
              <a:rPr lang="en-IN" sz="1600" dirty="0"/>
            </a:br>
            <a:r>
              <a:rPr lang="en-IN" sz="1600" dirty="0"/>
              <a:t>Web-based TR SaaS application acts as presentation layer</a:t>
            </a:r>
            <a:br>
              <a:rPr lang="en-IN" sz="1600" dirty="0"/>
            </a:br>
            <a:r>
              <a:rPr lang="en-IN" sz="1600" dirty="0"/>
              <a:t>Receives Embed URL + Embed Token from backend</a:t>
            </a:r>
          </a:p>
          <a:p>
            <a:r>
              <a:rPr lang="en-IN" sz="1600" b="1" dirty="0"/>
              <a:t>Power BI JavaScript SDK</a:t>
            </a:r>
            <a:br>
              <a:rPr lang="en-IN" sz="1600" dirty="0"/>
            </a:br>
            <a:r>
              <a:rPr lang="en-IN" sz="1600" dirty="0"/>
              <a:t>Used to render reports inside TR UI</a:t>
            </a:r>
            <a:br>
              <a:rPr lang="en-IN" sz="1600" dirty="0"/>
            </a:br>
            <a:r>
              <a:rPr lang="en-IN" sz="1600" dirty="0"/>
              <a:t>Supports interactive visuals, filters, and slicers</a:t>
            </a:r>
          </a:p>
          <a:p>
            <a:r>
              <a:rPr lang="en-IN" sz="1600" b="1" dirty="0"/>
              <a:t>Embedding Mechanism</a:t>
            </a:r>
            <a:br>
              <a:rPr lang="en-IN" sz="1600" dirty="0"/>
            </a:br>
            <a:r>
              <a:rPr lang="en-IN" sz="1600" dirty="0"/>
              <a:t>Dynamic embedding using embed configuration</a:t>
            </a:r>
            <a:br>
              <a:rPr lang="en-IN" sz="1600" dirty="0"/>
            </a:br>
            <a:r>
              <a:rPr lang="en-IN" sz="1600" dirty="0"/>
              <a:t>Secure rendering using Embed Token</a:t>
            </a:r>
            <a:br>
              <a:rPr lang="en-IN" sz="1600" dirty="0"/>
            </a:br>
            <a:r>
              <a:rPr lang="en-IN" sz="1600" dirty="0"/>
              <a:t>Alternative: </a:t>
            </a:r>
            <a:r>
              <a:rPr lang="en-IN" sz="1600" dirty="0" err="1"/>
              <a:t>iFrame</a:t>
            </a:r>
            <a:r>
              <a:rPr lang="en-IN" sz="1600" dirty="0"/>
              <a:t>-based embedding (basic approach)</a:t>
            </a:r>
          </a:p>
          <a:p>
            <a:r>
              <a:rPr lang="en-IN" sz="1600" b="1" dirty="0"/>
              <a:t>End-to-End Data Flow</a:t>
            </a:r>
            <a:br>
              <a:rPr lang="en-IN" sz="1600" dirty="0"/>
            </a:br>
            <a:r>
              <a:rPr lang="en-IN" sz="1600" dirty="0"/>
              <a:t>Excel Data → Power Query (ETL) → Data Model</a:t>
            </a:r>
            <a:br>
              <a:rPr lang="en-IN" sz="1600" dirty="0"/>
            </a:br>
            <a:r>
              <a:rPr lang="en-IN" sz="1600" dirty="0"/>
              <a:t>→ Power BI Service → Backend (API + Token)</a:t>
            </a:r>
            <a:br>
              <a:rPr lang="en-IN" sz="1600" dirty="0"/>
            </a:br>
            <a:r>
              <a:rPr lang="en-IN" sz="1600" dirty="0"/>
              <a:t>→ Frontend (JS SDK) → Embedded Dashboard</a:t>
            </a:r>
          </a:p>
          <a:p>
            <a:r>
              <a:rPr lang="en-IN" sz="1600" b="1" dirty="0"/>
              <a:t>Security &amp; Performance</a:t>
            </a:r>
            <a:br>
              <a:rPr lang="en-IN" sz="1600" dirty="0"/>
            </a:br>
            <a:r>
              <a:rPr lang="en-IN" sz="1600" dirty="0"/>
              <a:t>Role-Level Security (RLS) supported</a:t>
            </a:r>
            <a:br>
              <a:rPr lang="en-IN" sz="1600" dirty="0"/>
            </a:br>
            <a:r>
              <a:rPr lang="en-IN" sz="1600" dirty="0"/>
              <a:t>Controlled access via token-based authentication</a:t>
            </a:r>
            <a:br>
              <a:rPr lang="en-IN" sz="1600" dirty="0"/>
            </a:br>
            <a:r>
              <a:rPr lang="en-IN" sz="1600" dirty="0"/>
              <a:t>Optimized for low latency and scalable usage</a:t>
            </a:r>
          </a:p>
          <a:p>
            <a:pPr marL="0" indent="0">
              <a:buNone/>
            </a:pPr>
            <a:endParaRPr lang="en-US" sz="1600" dirty="0">
              <a:ea typeface="Calibri"/>
              <a:cs typeface="Calibri"/>
            </a:endParaRPr>
          </a:p>
        </p:txBody>
      </p:sp>
      <p:sp>
        <p:nvSpPr>
          <p:cNvPr id="4" name="Date Placeholder 3">
            <a:extLst>
              <a:ext uri="{FF2B5EF4-FFF2-40B4-BE49-F238E27FC236}">
                <a16:creationId xmlns:a16="http://schemas.microsoft.com/office/drawing/2014/main" id="{1E46DA52-EDB6-F6C4-4F78-3A6831024D8C}"/>
              </a:ext>
            </a:extLst>
          </p:cNvPr>
          <p:cNvSpPr>
            <a:spLocks noGrp="1"/>
          </p:cNvSpPr>
          <p:nvPr>
            <p:ph type="dt" sz="half" idx="10"/>
          </p:nvPr>
        </p:nvSpPr>
        <p:spPr/>
        <p:txBody>
          <a:bodyPr/>
          <a:lstStyle/>
          <a:p>
            <a:fld id="{864BFFB7-4443-4602-A990-B076C1CFE86C}" type="datetime1">
              <a:rPr lang="en-IN" smtClean="0"/>
              <a:pPr/>
              <a:t>08-04-2026</a:t>
            </a:fld>
            <a:endParaRPr lang="en-IN" dirty="0"/>
          </a:p>
        </p:txBody>
      </p:sp>
      <p:sp>
        <p:nvSpPr>
          <p:cNvPr id="5" name="Slide Number Placeholder 4">
            <a:extLst>
              <a:ext uri="{FF2B5EF4-FFF2-40B4-BE49-F238E27FC236}">
                <a16:creationId xmlns:a16="http://schemas.microsoft.com/office/drawing/2014/main" id="{E94173CE-9CFC-5756-4718-4D625599794E}"/>
              </a:ext>
            </a:extLst>
          </p:cNvPr>
          <p:cNvSpPr>
            <a:spLocks noGrp="1"/>
          </p:cNvSpPr>
          <p:nvPr>
            <p:ph type="sldNum" sz="quarter" idx="12"/>
          </p:nvPr>
        </p:nvSpPr>
        <p:spPr/>
        <p:txBody>
          <a:bodyPr/>
          <a:lstStyle/>
          <a:p>
            <a:fld id="{F32F6845-8F47-4AB8-B9CE-96D88E741707}" type="slidenum">
              <a:rPr lang="en-IN" smtClean="0"/>
              <a:pPr/>
              <a:t>28</a:t>
            </a:fld>
            <a:endParaRPr lang="en-IN" dirty="0"/>
          </a:p>
        </p:txBody>
      </p:sp>
    </p:spTree>
    <p:extLst>
      <p:ext uri="{BB962C8B-B14F-4D97-AF65-F5344CB8AC3E}">
        <p14:creationId xmlns:p14="http://schemas.microsoft.com/office/powerpoint/2010/main" val="6153120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Internship Road Map</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29</a:t>
            </a:fld>
            <a:endParaRPr lang="en-US" altLang="en-US"/>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1561644745"/>
              </p:ext>
            </p:extLst>
          </p:nvPr>
        </p:nvGraphicFramePr>
        <p:xfrm>
          <a:off x="838200" y="1210491"/>
          <a:ext cx="10515600" cy="40581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p:cNvSpPr txBox="1"/>
          <p:nvPr/>
        </p:nvSpPr>
        <p:spPr>
          <a:xfrm>
            <a:off x="470371" y="901298"/>
            <a:ext cx="6948890" cy="369332"/>
          </a:xfrm>
          <a:prstGeom prst="rect">
            <a:avLst/>
          </a:prstGeom>
          <a:noFill/>
        </p:spPr>
        <p:txBody>
          <a:bodyPr wrap="none" rtlCol="0">
            <a:spAutoFit/>
          </a:bodyPr>
          <a:lstStyle/>
          <a:p>
            <a:r>
              <a:rPr lang="en-GB" dirty="0">
                <a:solidFill>
                  <a:srgbClr val="0070C0"/>
                </a:solidFill>
              </a:rPr>
              <a:t>Note: Write in the below table what u will be achieving in each review</a:t>
            </a:r>
          </a:p>
        </p:txBody>
      </p:sp>
      <p:sp>
        <p:nvSpPr>
          <p:cNvPr id="3" name="TextBox 2">
            <a:extLst>
              <a:ext uri="{FF2B5EF4-FFF2-40B4-BE49-F238E27FC236}">
                <a16:creationId xmlns:a16="http://schemas.microsoft.com/office/drawing/2014/main" id="{AFE72B06-C51F-D4E1-7A93-11421DBFCA29}"/>
              </a:ext>
            </a:extLst>
          </p:cNvPr>
          <p:cNvSpPr txBox="1"/>
          <p:nvPr/>
        </p:nvSpPr>
        <p:spPr>
          <a:xfrm>
            <a:off x="6904653" y="2220686"/>
            <a:ext cx="951723" cy="2308324"/>
          </a:xfrm>
          <a:prstGeom prst="rect">
            <a:avLst/>
          </a:prstGeom>
          <a:noFill/>
        </p:spPr>
        <p:txBody>
          <a:bodyPr wrap="square" rtlCol="0">
            <a:spAutoFit/>
          </a:bodyPr>
          <a:lstStyle/>
          <a:p>
            <a:r>
              <a:rPr lang="en-IN" sz="1600" dirty="0"/>
              <a:t>We  have integrated Power BI with our system for better analysis</a:t>
            </a:r>
          </a:p>
        </p:txBody>
      </p:sp>
    </p:spTree>
    <p:extLst>
      <p:ext uri="{BB962C8B-B14F-4D97-AF65-F5344CB8AC3E}">
        <p14:creationId xmlns:p14="http://schemas.microsoft.com/office/powerpoint/2010/main" val="34971002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Github Link</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30</a:t>
            </a:fld>
            <a:endParaRPr lang="en-US" altLang="en-US"/>
          </a:p>
        </p:txBody>
      </p:sp>
      <p:sp>
        <p:nvSpPr>
          <p:cNvPr id="3" name="Content Placeholder 2"/>
          <p:cNvSpPr>
            <a:spLocks noGrp="1"/>
          </p:cNvSpPr>
          <p:nvPr>
            <p:ph idx="1"/>
          </p:nvPr>
        </p:nvSpPr>
        <p:spPr>
          <a:xfrm>
            <a:off x="446308" y="1061297"/>
            <a:ext cx="10515600" cy="4351338"/>
          </a:xfrm>
        </p:spPr>
        <p:txBody>
          <a:bodyPr>
            <a:normAutofit/>
          </a:bodyPr>
          <a:lstStyle/>
          <a:p>
            <a:r>
              <a:rPr lang="en-US" sz="3200" dirty="0">
                <a:hlinkClick r:id="rId2"/>
              </a:rPr>
              <a:t>https://github.com/Jann-2004/Internship-Work-Adwaith_20221CBC0017</a:t>
            </a:r>
            <a:endParaRPr lang="en-US" sz="3200" dirty="0"/>
          </a:p>
        </p:txBody>
      </p:sp>
    </p:spTree>
    <p:extLst>
      <p:ext uri="{BB962C8B-B14F-4D97-AF65-F5344CB8AC3E}">
        <p14:creationId xmlns:p14="http://schemas.microsoft.com/office/powerpoint/2010/main" val="2956213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a:solidFill>
            <a:schemeClr val="accent1">
              <a:lumMod val="50000"/>
            </a:schemeClr>
          </a:solidFill>
        </p:spPr>
        <p:txBody>
          <a:bodyPr/>
          <a:lstStyle/>
          <a:p>
            <a:pPr marL="0" indent="0" algn="ctr">
              <a:buNone/>
            </a:pPr>
            <a:endParaRPr lang="en-US" sz="6600" dirty="0">
              <a:solidFill>
                <a:srgbClr val="FFFF00"/>
              </a:solidFill>
              <a:latin typeface="Times New Roman" panose="02020603050405020304" pitchFamily="18" charset="0"/>
              <a:cs typeface="Times New Roman" panose="02020603050405020304" pitchFamily="18" charset="0"/>
            </a:endParaRPr>
          </a:p>
          <a:p>
            <a:pPr marL="0" indent="0" algn="ctr">
              <a:buNone/>
            </a:pPr>
            <a:r>
              <a:rPr lang="en-US" sz="6600" dirty="0">
                <a:solidFill>
                  <a:srgbClr val="FFFF00"/>
                </a:solidFill>
                <a:latin typeface="Times New Roman" panose="02020603050405020304" pitchFamily="18" charset="0"/>
                <a:cs typeface="Times New Roman" panose="02020603050405020304" pitchFamily="18" charset="0"/>
              </a:rPr>
              <a:t>  </a:t>
            </a:r>
            <a:r>
              <a:rPr lang="en-US" sz="6600" dirty="0">
                <a:solidFill>
                  <a:schemeClr val="accent2">
                    <a:lumMod val="40000"/>
                    <a:lumOff val="60000"/>
                  </a:schemeClr>
                </a:solidFill>
                <a:latin typeface="Times New Roman" panose="02020603050405020304" pitchFamily="18" charset="0"/>
                <a:cs typeface="Times New Roman" panose="02020603050405020304" pitchFamily="18" charset="0"/>
              </a:rPr>
              <a:t>Q&amp;A</a:t>
            </a:r>
          </a:p>
          <a:p>
            <a:pPr marL="0" indent="0" algn="ctr">
              <a:buNone/>
            </a:pP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latin typeface="Times New Roman" panose="02020603050405020304" pitchFamily="18" charset="0"/>
                <a:cs typeface="Times New Roman" panose="02020603050405020304" pitchFamily="18" charset="0"/>
              </a:rPr>
              <a:pPr>
                <a:defRPr/>
              </a:pPr>
              <a:t>31</a:t>
            </a:fld>
            <a:endParaRPr lang="en-US" altLang="en-US">
              <a:latin typeface="Times New Roman" panose="02020603050405020304" pitchFamily="18" charset="0"/>
              <a:cs typeface="Times New Roman" panose="02020603050405020304" pitchFamily="18" charset="0"/>
            </a:endParaRPr>
          </a:p>
        </p:txBody>
      </p:sp>
      <p:pic>
        <p:nvPicPr>
          <p:cNvPr id="5" name="Picture 7" descr="bd04924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05253" y="2150340"/>
            <a:ext cx="2841170" cy="3832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75465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47258"/>
            <a:ext cx="10515600" cy="1214846"/>
          </a:xfrm>
        </p:spPr>
        <p:txBody>
          <a:bodyPr/>
          <a:lstStyle/>
          <a:p>
            <a:pPr marL="0" indent="0" algn="ctr">
              <a:buNone/>
            </a:pPr>
            <a:r>
              <a:rPr lang="en-US" sz="6600" dirty="0">
                <a:solidFill>
                  <a:srgbClr val="A71180"/>
                </a:solidFill>
                <a:latin typeface="Times New Roman" panose="02020603050405020304" pitchFamily="18" charset="0"/>
                <a:cs typeface="Times New Roman" panose="02020603050405020304" pitchFamily="18" charset="0"/>
              </a:rPr>
              <a:t>Thank you !!</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32</a:t>
            </a:fld>
            <a:endParaRPr lang="en-US" altLang="en-US"/>
          </a:p>
        </p:txBody>
      </p:sp>
    </p:spTree>
    <p:extLst>
      <p:ext uri="{BB962C8B-B14F-4D97-AF65-F5344CB8AC3E}">
        <p14:creationId xmlns:p14="http://schemas.microsoft.com/office/powerpoint/2010/main" val="6966059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7679</TotalTime>
  <Words>1697</Words>
  <Application>Microsoft Office PowerPoint</Application>
  <PresentationFormat>Widescreen</PresentationFormat>
  <Paragraphs>250</Paragraphs>
  <Slides>32</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32</vt:i4>
      </vt:variant>
    </vt:vector>
  </HeadingPairs>
  <TitlesOfParts>
    <vt:vector size="40" baseType="lpstr">
      <vt:lpstr>Arial</vt:lpstr>
      <vt:lpstr>Calibri</vt:lpstr>
      <vt:lpstr>Calibri Light</vt:lpstr>
      <vt:lpstr>Cambria</vt:lpstr>
      <vt:lpstr>Times New Roman</vt:lpstr>
      <vt:lpstr>Verdana</vt:lpstr>
      <vt:lpstr>Wingdings</vt:lpstr>
      <vt:lpstr>Office Theme</vt:lpstr>
      <vt:lpstr>PowerPoint Presentation</vt:lpstr>
      <vt:lpstr>Content</vt:lpstr>
      <vt:lpstr>About Company or Organization</vt:lpstr>
      <vt:lpstr>Our Clients</vt:lpstr>
      <vt:lpstr>Working domain or the technology</vt:lpstr>
      <vt:lpstr>About your team and reporting Manager</vt:lpstr>
      <vt:lpstr>Challenges Faced in Internship</vt:lpstr>
      <vt:lpstr>Objectives of the work</vt:lpstr>
      <vt:lpstr>Proposed System/Work</vt:lpstr>
      <vt:lpstr>Problem Statement</vt:lpstr>
      <vt:lpstr>System Requirements</vt:lpstr>
      <vt:lpstr>System Requirements Cont…</vt:lpstr>
      <vt:lpstr>Advantages of proposed System/Work</vt:lpstr>
      <vt:lpstr>Advantages of proposed System/Work cont…</vt:lpstr>
      <vt:lpstr>Working Process</vt:lpstr>
      <vt:lpstr>Dashboard ready in Power BI</vt:lpstr>
      <vt:lpstr>Setting Up in Microsoft Azure.</vt:lpstr>
      <vt:lpstr>Backend Authentication Setup</vt:lpstr>
      <vt:lpstr>Connecting Backend to Power BI</vt:lpstr>
      <vt:lpstr>Parsing Data to Talent Recruit System</vt:lpstr>
      <vt:lpstr>Embedding Dashboard in Talent Recruit System </vt:lpstr>
      <vt:lpstr>Architecture</vt:lpstr>
      <vt:lpstr>PowerPoint Presentation</vt:lpstr>
      <vt:lpstr>Outcome and Input</vt:lpstr>
      <vt:lpstr>Advanced Analytics</vt:lpstr>
      <vt:lpstr>System Design</vt:lpstr>
      <vt:lpstr>System Implementation</vt:lpstr>
      <vt:lpstr>System Implementation </vt:lpstr>
      <vt:lpstr>Internship Road Map</vt:lpstr>
      <vt:lpstr>Github Link</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Gopalakrishnan N-Asst. Prof-CIV</dc:creator>
  <cp:lastModifiedBy>Adwaith Sai Krishna Panda</cp:lastModifiedBy>
  <cp:revision>823</cp:revision>
  <dcterms:created xsi:type="dcterms:W3CDTF">2022-10-14T07:18:17Z</dcterms:created>
  <dcterms:modified xsi:type="dcterms:W3CDTF">2026-04-07T18:52:14Z</dcterms:modified>
</cp:coreProperties>
</file>