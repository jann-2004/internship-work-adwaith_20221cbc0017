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9" r:id="rId2"/>
    <p:sldId id="260" r:id="rId3"/>
    <p:sldId id="261" r:id="rId4"/>
    <p:sldId id="270" r:id="rId5"/>
    <p:sldId id="262" r:id="rId6"/>
    <p:sldId id="263" r:id="rId7"/>
    <p:sldId id="264" r:id="rId8"/>
    <p:sldId id="265" r:id="rId9"/>
    <p:sldId id="271" r:id="rId10"/>
    <p:sldId id="272" r:id="rId11"/>
    <p:sldId id="273" r:id="rId12"/>
    <p:sldId id="274" r:id="rId13"/>
    <p:sldId id="275" r:id="rId14"/>
    <p:sldId id="276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77" r:id="rId23"/>
    <p:sldId id="266" r:id="rId24"/>
    <p:sldId id="267" r:id="rId25"/>
    <p:sldId id="268" r:id="rId26"/>
    <p:sldId id="26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 custT="1"/>
      <dgm:spPr/>
      <dgm:t>
        <a:bodyPr/>
        <a:lstStyle/>
        <a:p>
          <a:pPr algn="ctr"/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Product training and understanding the mechanisms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 custT="1"/>
      <dgm:spPr/>
      <dgm:t>
        <a:bodyPr/>
        <a:lstStyle/>
        <a:p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Integrating all Advanced Analytics tools to the environments.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8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8"/>
      </dsp:txXfrm>
    </dsp:sp>
    <dsp:sp modelId="{FC0F1314-3294-4A8C-8DCE-EB53E236164C}">
      <dsp:nvSpPr>
        <dsp:cNvPr id="0" name=""/>
        <dsp:cNvSpPr/>
      </dsp:nvSpPr>
      <dsp:spPr>
        <a:xfrm>
          <a:off x="5898557" y="811638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8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8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8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Integrating all Advanced Analytics tools to the environments.</a:t>
          </a:r>
        </a:p>
      </dsp:txBody>
      <dsp:txXfrm>
        <a:off x="3504181" y="811638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8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Product training and understanding the mechanisms</a:t>
          </a:r>
        </a:p>
      </dsp:txBody>
      <dsp:txXfrm>
        <a:off x="2225860" y="811638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02/02/2026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nn-2004/Internship-Work-Adwaith_20221CBC0017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IN" dirty="0" err="1"/>
              <a:t>Shanmugarathinam</a:t>
            </a:r>
            <a:r>
              <a:rPr lang="en-IN" dirty="0"/>
              <a:t> 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Professor, 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 </a:t>
            </a:r>
            <a:r>
              <a:rPr lang="en-US" sz="2000" b="1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2000" b="1" dirty="0">
                <a:solidFill>
                  <a:srgbClr val="0070C0"/>
                </a:solidFill>
              </a:rPr>
              <a:t>Dr. </a:t>
            </a:r>
            <a:r>
              <a:rPr lang="en-IN" sz="2000" b="1" dirty="0" err="1">
                <a:solidFill>
                  <a:srgbClr val="0070C0"/>
                </a:solidFill>
              </a:rPr>
              <a:t>Pravinth</a:t>
            </a:r>
            <a:r>
              <a:rPr lang="en-IN" sz="2000" b="1" dirty="0">
                <a:solidFill>
                  <a:srgbClr val="0070C0"/>
                </a:solidFill>
              </a:rPr>
              <a:t> Raja</a:t>
            </a:r>
            <a:endParaRPr lang="en-US" sz="2000" b="1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Nisha Robin Rohit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Review-II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CLIENT SUCCESS INTERN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19771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ADWAITH SAI KRISHNA PANDA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20221CBC0017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 CBC-1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Talent Recruit is an advanced Recruitment and Onboarding platform designed to simplify, automate, and enhance the entire hiring lifecycle. It leverages cutting-edge technologies such as Machine Learning and Artificial Intelligence to help organizations attract, screen, evaluate, and hire the right talent efficiently and accurately.</a:t>
            </a:r>
          </a:p>
          <a:p>
            <a:r>
              <a:rPr lang="en-US" dirty="0"/>
              <a:t>One of its key highlights is </a:t>
            </a:r>
            <a:r>
              <a:rPr lang="en-US" b="1" dirty="0"/>
              <a:t>ERIKA – the 24×7 Robotic Recruiter</a:t>
            </a:r>
            <a:r>
              <a:rPr lang="en-US" dirty="0"/>
              <a:t>, which automates candidate engagement, interview scheduling, follow-ups, and communication, ensuring a seamless and responsive recruitment experience for both recruiters and candidates. ERIKA reduces manual effort, improves turnaround time, and enhances candidate satisfaction through continuous availability and intelligent interaction.</a:t>
            </a:r>
          </a:p>
          <a:p>
            <a:r>
              <a:rPr lang="en-US" dirty="0"/>
              <a:t>Talent Recruit enables recruiters to manage job postings, track applications, shortlist candidates, conduct assessments, schedule interviews, and complete onboarding processes within a single integrated platform. Its AI-driven analytics and smart recommendations help recruiters make data-driven hiring decisions, minimize bias, and improve overall hiring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6F16-9B02-D95E-4BBD-3B665E9C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70C0"/>
                </a:solidFill>
              </a:rPr>
              <a:t>Our Clients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50461-B418-1365-9763-60F3EE20C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02-02-2026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696359-975F-C84B-EFA2-C1CC2406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3403C6B-8DE1-3CCA-D578-3BFCC32ECC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3025" y="1573698"/>
            <a:ext cx="85640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85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2114C0D-E5DB-21A5-0FB4-50ABEA4614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74162"/>
            <a:ext cx="860844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 (AI) for intelligent recruitment automation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(ML) for resume screening and candidate ranking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Language Processing (NLP) for chatbot and candidate interaction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Applicant Tracking System (ATS) architecture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SaaS (Software as a Service) cloud-based platform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Management Systems for candidate and job data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APIs for integration with job portals and communication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 Technology (ERIKA – Robotic Recruiter)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Recruitment Analytics and Reporting Dashboards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 Automation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6C23148-55A8-9463-AB94-8ED139A9A8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43385"/>
            <a:ext cx="951824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Structure, Project, Reporting &amp; Technology Understanding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team consists of 9 members, guided by our Reporting Manager,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Mr. Ashish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Meridatta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Currently, we are in the training phase on the company’s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ATS (Applicant Tracking System) product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are learning how each technology supports the recruitment process: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 Understanding: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&amp; ML: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in resume screening and candidate ranking.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NLP: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Enables chatbot communication and candidate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ATS Workflow: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track candidates across hiring stages.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 and manage candidate and job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 job portals and communication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Dashboards &amp; Analytics: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recruitment performance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training helps us understand how technology solves real recruitment challenges.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training, we will be assigned to live projects for practical client exposure.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175780F-BEF6-91FC-E465-2EE962D9AB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5564" y="1699650"/>
            <a:ext cx="10439400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was selected through my college campus placement process. Clearing the interview with the company’s CCO was a major challenge, as it involved in-depth technical questions, role-based scenarios, and problem-solving assessments. This experience tested my analytical thinking, technical knowledge, and ability to perform under pressure, helping me gain confidence and clarity about industry expectations.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1B647B8-9C90-DF8E-070B-AF40CCA91E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81938"/>
            <a:ext cx="887845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understand ATS system architecture and recruitment workflows.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support AI-based resume parsing and candidate shortlisting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assist in database validation and candidate data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ensure accurate workflow automation across hiring stages.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support API-based integrations with job portals and communication tools.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recruitment dashboards and system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help in identifying and resolving basic system-level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overall system efficiency and data consistency.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79B7C-EF75-AC9D-02CF-B94E848C3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Proposed System/Work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E496C-3199-5F29-42F9-9C95F4E29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AI-Powered Applicant Tracking System</a:t>
            </a:r>
          </a:p>
          <a:p>
            <a:pPr lvl="1"/>
            <a:r>
              <a:rPr lang="en-US" dirty="0"/>
              <a:t>Automated resume screening and candidate ranking</a:t>
            </a:r>
          </a:p>
          <a:p>
            <a:pPr lvl="1"/>
            <a:r>
              <a:rPr lang="en-US" dirty="0"/>
              <a:t>Chatbot-based candidate engagement (ERIKA)</a:t>
            </a:r>
          </a:p>
          <a:p>
            <a:pPr lvl="1"/>
            <a:r>
              <a:rPr lang="en-US" dirty="0"/>
              <a:t>Centralized recruitment workflow management</a:t>
            </a:r>
            <a:endParaRPr lang="en-IN" dirty="0"/>
          </a:p>
          <a:p>
            <a:pPr lvl="1"/>
            <a:r>
              <a:rPr lang="en-IN" dirty="0"/>
              <a:t>Tailored Analytics and insights customize to specific clients and strategic plans</a:t>
            </a:r>
          </a:p>
          <a:p>
            <a:pPr lvl="1"/>
            <a:r>
              <a:rPr lang="en-IN" dirty="0"/>
              <a:t>Power BI and Tableau integrations as per business plans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14EA3-7386-B476-8A0B-C55272381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02-02-2026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CB320-4BD1-2435-7B94-5BDBF1465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3224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B0F1-C5AC-1DDC-5370-95BF46F01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D2105-2724-FE4A-1A98-7C32D25AB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sync and </a:t>
            </a:r>
            <a:r>
              <a:rPr lang="en-IN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corp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 of Talent Recruit and enhancing their analytics.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8E8A0-8178-A88A-83FE-9BF7A1FC3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02-02-2026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953F05-65FD-BF4D-BDE3-87888E67C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5287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7BD94-6E81-3A1A-02F7-0A3222997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DD688-6D72-761C-D604-F28FDD356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Web-based ATS platform</a:t>
            </a:r>
          </a:p>
          <a:p>
            <a:pPr lvl="1"/>
            <a:r>
              <a:rPr lang="en-US" dirty="0"/>
              <a:t>Cloud infrastructure</a:t>
            </a:r>
          </a:p>
          <a:p>
            <a:pPr lvl="1"/>
            <a:r>
              <a:rPr lang="en-US" dirty="0"/>
              <a:t>Database for candidate and job data</a:t>
            </a:r>
          </a:p>
          <a:p>
            <a:pPr lvl="1"/>
            <a:r>
              <a:rPr lang="en-US" dirty="0"/>
              <a:t>API integrations with job portals and communication tools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/>
              <a:t>Power BI and Tableau API connectivity</a:t>
            </a:r>
          </a:p>
          <a:p>
            <a:pPr lvl="1"/>
            <a:r>
              <a:rPr lang="en-US" dirty="0"/>
              <a:t>Support for Advanced Analytics via REST APIs enabling real time data synchronization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B40CD-9A36-C2D5-65FE-85B423A48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02-02-2026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BDB1A4-87AE-E380-14DB-53DCE352C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5302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0CBC-1283-2764-14EB-B76CBDD56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System Requirements </a:t>
            </a:r>
            <a:r>
              <a:rPr lang="en-IN" b="1" dirty="0" err="1">
                <a:solidFill>
                  <a:schemeClr val="accent1"/>
                </a:solidFill>
              </a:rPr>
              <a:t>Cont</a:t>
            </a:r>
            <a:r>
              <a:rPr lang="en-IN" b="1" dirty="0">
                <a:solidFill>
                  <a:schemeClr val="accent1"/>
                </a:solidFill>
              </a:rPr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5E465-62BA-C645-A560-8E89411CE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Security aspects:</a:t>
            </a:r>
          </a:p>
          <a:p>
            <a:pPr lvl="1"/>
            <a:r>
              <a:rPr lang="en-US" dirty="0"/>
              <a:t>Role based data Access (RBAC)</a:t>
            </a:r>
          </a:p>
          <a:p>
            <a:pPr lvl="1"/>
            <a:r>
              <a:rPr lang="en-US" dirty="0"/>
              <a:t>Securing data Sharing across different clients.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B4D43-DBD7-CE7D-98FB-57B1A06BB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02-02-2026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5C9E5-0929-55B5-4431-D05BB8DD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7201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215F1-B7AF-212F-3833-65093EC41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Advantages of proposed System/Work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300FE-97CD-E6A4-C59D-24E78806A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Reduces manual effort in recruitment</a:t>
            </a:r>
          </a:p>
          <a:p>
            <a:pPr lvl="1"/>
            <a:r>
              <a:rPr lang="en-US" dirty="0"/>
              <a:t>Improves hiring accuracy and speed</a:t>
            </a:r>
          </a:p>
          <a:p>
            <a:pPr lvl="1"/>
            <a:r>
              <a:rPr lang="en-US" dirty="0"/>
              <a:t>Enhances candidate experience</a:t>
            </a:r>
          </a:p>
          <a:p>
            <a:pPr lvl="1"/>
            <a:r>
              <a:rPr lang="en-US" dirty="0"/>
              <a:t>Supports data-driven hiring decisions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/>
              <a:t>Data Driven Decision Making</a:t>
            </a:r>
          </a:p>
          <a:p>
            <a:pPr lvl="1"/>
            <a:r>
              <a:rPr lang="en-US" dirty="0"/>
              <a:t>Actionable Insights</a:t>
            </a:r>
          </a:p>
          <a:p>
            <a:pPr lvl="1"/>
            <a:r>
              <a:rPr lang="en-US" dirty="0"/>
              <a:t>Predictive Modeling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0176C-6425-960A-D6F7-06FEA6F28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02-02-2026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E4285D-CAFE-9C12-98D1-39C73A9F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5366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9D93F-68E7-4635-0CB8-CA6C5FCA7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Advantages of proposed System/Work </a:t>
            </a:r>
            <a:r>
              <a:rPr lang="en-IN" b="1" dirty="0" err="1">
                <a:solidFill>
                  <a:schemeClr val="accent1"/>
                </a:solidFill>
              </a:rPr>
              <a:t>cont</a:t>
            </a:r>
            <a:r>
              <a:rPr lang="en-IN" b="1" dirty="0">
                <a:solidFill>
                  <a:schemeClr val="accent1"/>
                </a:solidFill>
              </a:rPr>
              <a:t>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24F7E-9591-5860-47ED-42D116E76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Improved Client and Stakeholder Satisfaction</a:t>
            </a:r>
          </a:p>
          <a:p>
            <a:pPr lvl="1"/>
            <a:r>
              <a:rPr lang="en-US" dirty="0"/>
              <a:t>High Fidelity Visuals.</a:t>
            </a:r>
          </a:p>
          <a:p>
            <a:pPr lvl="1"/>
            <a:r>
              <a:rPr lang="en-US" dirty="0"/>
              <a:t>Bespoke Client Reporting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2E44A-25AC-E650-F4DD-11DC820CC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02-02-2026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59F9F-3BA9-9F4C-63E7-A1ADF2F53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3363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C3C08-14AB-0D07-3FB7-0E4BAF9CE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F0"/>
                </a:solidFill>
              </a:rPr>
              <a:t>Working Process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43F42DC-25A7-9961-A3E5-9234C517F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5506" y="804380"/>
            <a:ext cx="3418820" cy="511861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B1B16-3958-7502-0B5B-6E42C6553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02-02-2026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AD44B4-F7E6-D0FF-E88F-D2ACCC36E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2826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5D5E4-37A4-E0A6-8FF1-F2A695B30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Overview – Power BI</a:t>
            </a:r>
            <a:endParaRPr lang="en-IN" b="1" dirty="0">
              <a:solidFill>
                <a:srgbClr val="00B0F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971B9-BD63-A881-B89B-DD69B9A9F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02-02-2026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A1812-2A5B-3246-F11F-291BC08A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16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2D0A87D-1178-0407-87CE-20959CB9B4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2804" y="1723198"/>
            <a:ext cx="10300996" cy="3483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Objective</a:t>
            </a:r>
            <a:br>
              <a:rPr lang="en-US" sz="1800" dirty="0"/>
            </a:br>
            <a:r>
              <a:rPr lang="en-US" sz="1800" dirty="0"/>
              <a:t>To prepare raw sales data for analysis using Power BI by performing initial data cleaning and transformation.</a:t>
            </a:r>
          </a:p>
          <a:p>
            <a:r>
              <a:rPr lang="en-US" sz="1800" b="1" dirty="0"/>
              <a:t>Tools Used</a:t>
            </a:r>
            <a:endParaRPr lang="en-US" sz="1800" dirty="0"/>
          </a:p>
          <a:p>
            <a:r>
              <a:rPr lang="en-US" sz="1800" dirty="0"/>
              <a:t>Power BI Desktop</a:t>
            </a:r>
          </a:p>
          <a:p>
            <a:r>
              <a:rPr lang="en-US" sz="1800" dirty="0"/>
              <a:t>Power Query Editor</a:t>
            </a:r>
          </a:p>
          <a:p>
            <a:r>
              <a:rPr lang="en-US" sz="1800" b="1" dirty="0"/>
              <a:t>Work Performed</a:t>
            </a:r>
            <a:endParaRPr lang="en-US" sz="1800" dirty="0"/>
          </a:p>
          <a:p>
            <a:r>
              <a:rPr lang="en-US" sz="1800" dirty="0"/>
              <a:t>Imported a structured Excel dataset into Power BI</a:t>
            </a:r>
          </a:p>
          <a:p>
            <a:r>
              <a:rPr lang="en-US" sz="1800" dirty="0"/>
              <a:t>Accessed </a:t>
            </a:r>
            <a:r>
              <a:rPr lang="en-US" sz="1800" b="1" dirty="0"/>
              <a:t>Power Query Editor</a:t>
            </a:r>
            <a:r>
              <a:rPr lang="en-US" sz="1800" dirty="0"/>
              <a:t> to perform data preparation</a:t>
            </a:r>
          </a:p>
          <a:p>
            <a:r>
              <a:rPr lang="en-US" sz="1800" dirty="0"/>
              <a:t>Reviewed dataset structure and column consistency</a:t>
            </a:r>
          </a:p>
        </p:txBody>
      </p:sp>
    </p:spTree>
    <p:extLst>
      <p:ext uri="{BB962C8B-B14F-4D97-AF65-F5344CB8AC3E}">
        <p14:creationId xmlns:p14="http://schemas.microsoft.com/office/powerpoint/2010/main" val="2931416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A5D3E-461B-06EE-A598-AA6360FDA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Data Cleaning &amp; Transformation (Power Query)</a:t>
            </a:r>
            <a:endParaRPr lang="en-IN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34FA6-42C4-3804-8703-2029D32F3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Data Cleaning Steps Performed</a:t>
            </a:r>
            <a:endParaRPr lang="en-US" dirty="0"/>
          </a:p>
          <a:p>
            <a:r>
              <a:rPr lang="en-US" dirty="0"/>
              <a:t>Renamed columns for better clarity (e.g., </a:t>
            </a:r>
            <a:r>
              <a:rPr lang="en-US" i="1" dirty="0"/>
              <a:t>Order Date → Date</a:t>
            </a:r>
            <a:r>
              <a:rPr lang="en-US" dirty="0"/>
              <a:t>)</a:t>
            </a:r>
          </a:p>
          <a:p>
            <a:r>
              <a:rPr lang="en-US" dirty="0"/>
              <a:t>Removed </a:t>
            </a:r>
            <a:r>
              <a:rPr lang="en-US" b="1" dirty="0"/>
              <a:t>duplicate records</a:t>
            </a:r>
            <a:r>
              <a:rPr lang="en-US" dirty="0"/>
              <a:t> to ensure data accuracy</a:t>
            </a:r>
          </a:p>
          <a:p>
            <a:r>
              <a:rPr lang="en-US" dirty="0"/>
              <a:t>Checked for missing and invalid values</a:t>
            </a:r>
          </a:p>
          <a:p>
            <a:r>
              <a:rPr lang="en-US" dirty="0"/>
              <a:t>Verified categorical fields such as </a:t>
            </a:r>
            <a:r>
              <a:rPr lang="en-US" b="1" dirty="0"/>
              <a:t>Payment Mode</a:t>
            </a:r>
            <a:r>
              <a:rPr lang="en-US" dirty="0"/>
              <a:t> and ensured consistency</a:t>
            </a:r>
          </a:p>
          <a:p>
            <a:r>
              <a:rPr lang="en-US" b="1" dirty="0"/>
              <a:t>Transformations Applied</a:t>
            </a:r>
            <a:endParaRPr lang="en-US" dirty="0"/>
          </a:p>
          <a:p>
            <a:r>
              <a:rPr lang="en-US" dirty="0"/>
              <a:t>Standardized column names and formats</a:t>
            </a:r>
          </a:p>
          <a:p>
            <a:r>
              <a:rPr lang="en-US" dirty="0"/>
              <a:t>Ensured dataset readiness for further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C182E-9600-273A-5240-CDB8817DD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02-02-2026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8A2A4A-3C8D-CFDF-C57D-2500D161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5787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7ECD3-6169-9409-A209-CD0F9EA58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F0"/>
                </a:solidFill>
              </a:rPr>
              <a:t>Learning Outcome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FDA6B-5BF9-0029-C78C-A339F706B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02-02-2026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1F403-960C-C15C-2B7E-B4698F93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18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0462EE2-C873-14AB-5E25-7A2DD0AFD8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75716"/>
            <a:ext cx="10097278" cy="2606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Key Learnings</a:t>
            </a:r>
            <a:endParaRPr lang="en-US" sz="1800" dirty="0"/>
          </a:p>
          <a:p>
            <a:r>
              <a:rPr lang="en-US" sz="1800" dirty="0"/>
              <a:t>Understood how Power Query is used for real-world data cleaning</a:t>
            </a:r>
          </a:p>
          <a:p>
            <a:r>
              <a:rPr lang="en-US" sz="1800" dirty="0"/>
              <a:t>Learned the importance of removing duplicates and validating values</a:t>
            </a:r>
          </a:p>
          <a:p>
            <a:r>
              <a:rPr lang="en-US" sz="1800" dirty="0"/>
              <a:t>Gained hands-on experience with Power BI’s data transformation workflow</a:t>
            </a:r>
          </a:p>
          <a:p>
            <a:r>
              <a:rPr lang="en-US" sz="1800" b="1" dirty="0"/>
              <a:t>Current Status</a:t>
            </a:r>
            <a:endParaRPr lang="en-US" sz="1800" dirty="0"/>
          </a:p>
          <a:p>
            <a:r>
              <a:rPr lang="en-US" sz="1800" dirty="0"/>
              <a:t>Dataset is cleaned and structured</a:t>
            </a:r>
          </a:p>
          <a:p>
            <a:r>
              <a:rPr lang="en-US" sz="1800" dirty="0"/>
              <a:t>Ready for further steps like data modeling and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897496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BBA0D-D281-4B5F-CB58-6C35A6B47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F0"/>
                </a:solidFill>
              </a:rPr>
              <a:t>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4A719-8B07-34FA-4304-6553057FF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02-02-2026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FAA51-7F2A-5188-E8D9-53A803252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19</a:t>
            </a:fld>
            <a:endParaRPr lang="en-IN" dirty="0"/>
          </a:p>
        </p:txBody>
      </p:sp>
      <p:pic>
        <p:nvPicPr>
          <p:cNvPr id="3075" name="Picture 3" descr="Introduction to Dataflows and Self-service Data Prep - Power BI | Microsoft  Learn">
            <a:extLst>
              <a:ext uri="{FF2B5EF4-FFF2-40B4-BE49-F238E27FC236}">
                <a16:creationId xmlns:a16="http://schemas.microsoft.com/office/drawing/2014/main" id="{E99CB59C-BBC8-B097-79D7-58C43DF5DC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13" y="1418254"/>
            <a:ext cx="3714735" cy="2292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ETL In PowerBI(Part — 2):. Power Query Editors, a powerful feature ...">
            <a:extLst>
              <a:ext uri="{FF2B5EF4-FFF2-40B4-BE49-F238E27FC236}">
                <a16:creationId xmlns:a16="http://schemas.microsoft.com/office/drawing/2014/main" id="{F37D7309-B0DA-BE4A-FC85-5A4B59A71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347" y="1352743"/>
            <a:ext cx="6911219" cy="229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7" descr="Power BI usage scenarios: Self-service data preparation ...">
            <a:extLst>
              <a:ext uri="{FF2B5EF4-FFF2-40B4-BE49-F238E27FC236}">
                <a16:creationId xmlns:a16="http://schemas.microsoft.com/office/drawing/2014/main" id="{6A3E7C50-1B25-D3BF-CDE4-B3732C1A74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502229" cy="1502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9" descr="Power BI usage scenarios: Self-service data preparation ...">
            <a:extLst>
              <a:ext uri="{FF2B5EF4-FFF2-40B4-BE49-F238E27FC236}">
                <a16:creationId xmlns:a16="http://schemas.microsoft.com/office/drawing/2014/main" id="{C0B82D2E-4991-2252-3FC3-0F54F2B51A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348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BC0D-C30E-F713-EE74-801542B03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b="1" dirty="0">
              <a:solidFill>
                <a:srgbClr val="00B0F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5A265-8C94-ADB4-CB45-6ACB3C571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02-02-2026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65A21C-6360-B3C6-6371-C6A12DB9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20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77EF225-1972-4353-2A26-81DFF01303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4224" y="3047838"/>
            <a:ext cx="101719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58BD57-5F8C-87A9-F07A-8EEC368E1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919" y="1851770"/>
            <a:ext cx="5191829" cy="3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38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43518-EBD9-C2FB-7A3D-CA86DE369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F0"/>
                </a:solidFill>
              </a:rPr>
              <a:t>Visualization and Deployment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04DB3-A523-0199-EEFD-192EC8D52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02-02-2026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183109-DDC8-58DA-62D1-36D63901B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21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0961557-BBD9-223D-DC2D-D9643431AA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6232" y="2129662"/>
            <a:ext cx="1004129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Dashboards and reports are created for business users using: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Reports and Dashboards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Tableau Interactive Visualizations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Reports are published 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Service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Tableau Server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496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C63DE-B134-780F-6D63-35D3F1E0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Advanced Analytics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0563793-5B3E-F9F1-CBAC-0775A6D10B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4405" y="1253331"/>
            <a:ext cx="10490223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AE2CF-D8FD-A92A-C698-BC72AA461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02-02-2026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E81499-2ADD-1ABB-B983-D8ABE8D68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68810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722691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>
                <a:hlinkClick r:id="rId2"/>
              </a:rPr>
              <a:t>https://github.com/Jann-2004/Internship-Work-Adwaith_20221CBC0017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25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7611</TotalTime>
  <Words>1165</Words>
  <Application>Microsoft Office PowerPoint</Application>
  <PresentationFormat>Widescreen</PresentationFormat>
  <Paragraphs>198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Our Clients</vt:lpstr>
      <vt:lpstr>Working domain or the technology</vt:lpstr>
      <vt:lpstr>About your team and reporting Manager</vt:lpstr>
      <vt:lpstr>Challenges Faced in Internship</vt:lpstr>
      <vt:lpstr>Objectives of the work</vt:lpstr>
      <vt:lpstr>Proposed System/Work</vt:lpstr>
      <vt:lpstr>Problem Statement</vt:lpstr>
      <vt:lpstr>System Requirements</vt:lpstr>
      <vt:lpstr>System Requirements Cont…</vt:lpstr>
      <vt:lpstr>Advantages of proposed System/Work</vt:lpstr>
      <vt:lpstr>Advantages of proposed System/Work cont…</vt:lpstr>
      <vt:lpstr>Working Process</vt:lpstr>
      <vt:lpstr>Overview – Power BI</vt:lpstr>
      <vt:lpstr>Data Cleaning &amp; Transformation (Power Query)</vt:lpstr>
      <vt:lpstr>Learning Outcome</vt:lpstr>
      <vt:lpstr>Architecture</vt:lpstr>
      <vt:lpstr>PowerPoint Presentation</vt:lpstr>
      <vt:lpstr>Visualization and Deployment </vt:lpstr>
      <vt:lpstr>Advanced Analytics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ADWAITH SAI KRISHNA PANDA</cp:lastModifiedBy>
  <cp:revision>725</cp:revision>
  <dcterms:created xsi:type="dcterms:W3CDTF">2022-10-14T07:18:17Z</dcterms:created>
  <dcterms:modified xsi:type="dcterms:W3CDTF">2026-02-02T08:49:11Z</dcterms:modified>
</cp:coreProperties>
</file>